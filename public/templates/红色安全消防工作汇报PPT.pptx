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30"/>
  </p:handoutMasterIdLst>
  <p:sldIdLst>
    <p:sldId id="1120" r:id="rId4"/>
    <p:sldId id="1121" r:id="rId6"/>
    <p:sldId id="1165" r:id="rId7"/>
    <p:sldId id="1166" r:id="rId8"/>
    <p:sldId id="1167" r:id="rId9"/>
    <p:sldId id="1122" r:id="rId10"/>
    <p:sldId id="1123" r:id="rId11"/>
    <p:sldId id="1124" r:id="rId12"/>
    <p:sldId id="1125" r:id="rId13"/>
    <p:sldId id="1126" r:id="rId14"/>
    <p:sldId id="1127" r:id="rId15"/>
    <p:sldId id="1128" r:id="rId16"/>
    <p:sldId id="1129" r:id="rId17"/>
    <p:sldId id="1130" r:id="rId18"/>
    <p:sldId id="1131" r:id="rId19"/>
    <p:sldId id="1132" r:id="rId20"/>
    <p:sldId id="1133" r:id="rId21"/>
    <p:sldId id="1134" r:id="rId22"/>
    <p:sldId id="1135" r:id="rId23"/>
    <p:sldId id="1136" r:id="rId24"/>
    <p:sldId id="1137" r:id="rId25"/>
    <p:sldId id="1138" r:id="rId26"/>
    <p:sldId id="1139" r:id="rId27"/>
    <p:sldId id="1140" r:id="rId28"/>
    <p:sldId id="1168" r:id="rId2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内容" id="{86360a1c-ff4c-4774-b279-32ba606cbb7c}">
          <p14:sldIdLst>
            <p14:sldId id="1120"/>
          </p14:sldIdLst>
        </p14:section>
        <p14:section name="目录" id="{8158c6a2-5110-42e5-9928-ffe0fbd23bb7}">
          <p14:sldIdLst>
            <p14:sldId id="1121"/>
            <p14:sldId id="1165"/>
            <p14:sldId id="1166"/>
            <p14:sldId id="1167"/>
          </p14:sldIdLst>
        </p14:section>
        <p14:section name="章节内容" id="{ae85179d-03bf-4f8a-8327-75b3e0c908a8}">
          <p14:sldIdLst>
            <p14:sldId id="1122"/>
          </p14:sldIdLst>
        </p14:section>
        <p14:section name="1内容布局" id="{ef63539c-e1f5-4e89-a794-a214fb5cc919}">
          <p14:sldIdLst>
            <p14:sldId id="1123"/>
            <p14:sldId id="1124"/>
          </p14:sldIdLst>
        </p14:section>
        <p14:section name="2内容布局" id="{9acf2d9a-1023-45dc-b97e-82dceb7d8bea}">
          <p14:sldIdLst>
            <p14:sldId id="1125"/>
            <p14:sldId id="1126"/>
            <p14:sldId id="1127"/>
            <p14:sldId id="1128"/>
          </p14:sldIdLst>
        </p14:section>
        <p14:section name="3内容布局" id="{1ad35703-6171-40fe-bfd6-6293d70c582e}">
          <p14:sldIdLst>
            <p14:sldId id="1129"/>
            <p14:sldId id="1130"/>
            <p14:sldId id="1131"/>
            <p14:sldId id="1132"/>
          </p14:sldIdLst>
        </p14:section>
        <p14:section name="4内容布局" id="{e4b77178-45ce-4641-8c69-a2fde180c166}">
          <p14:sldIdLst>
            <p14:sldId id="1133"/>
            <p14:sldId id="1134"/>
            <p14:sldId id="1135"/>
            <p14:sldId id="1136"/>
          </p14:sldIdLst>
        </p14:section>
        <p14:section name="5内容布局" id="{dbd62991-040d-4c42-b1da-745193b7755f}">
          <p14:sldIdLst>
            <p14:sldId id="1137"/>
            <p14:sldId id="1138"/>
          </p14:sldIdLst>
        </p14:section>
        <p14:section name="6内容布局" id="{b23b112a-fcee-4341-af41-8716495cf024}">
          <p14:sldIdLst>
            <p14:sldId id="1139"/>
            <p14:sldId id="1140"/>
          </p14:sldIdLst>
        </p14:section>
        <p14:section name="结束内容页" id="{37eb6585-fb12-4b60-9b21-259398c10714}">
          <p14:sldIdLst>
            <p14:sldId id="11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4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晓静" initials="李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D5EF"/>
    <a:srgbClr val="9EC147"/>
    <a:srgbClr val="0F3821"/>
    <a:srgbClr val="FCCA30"/>
    <a:srgbClr val="0D42D0"/>
    <a:srgbClr val="023BD6"/>
    <a:srgbClr val="AA31AF"/>
    <a:srgbClr val="AB78FB"/>
    <a:srgbClr val="A874FA"/>
    <a:srgbClr val="320C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194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1.xml"/><Relationship Id="rId6" Type="http://schemas.openxmlformats.org/officeDocument/2006/relationships/image" Target="../media/image2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11.xml"/><Relationship Id="rId21" Type="http://schemas.openxmlformats.org/officeDocument/2006/relationships/image" Target="../media/image2.png"/><Relationship Id="rId20" Type="http://schemas.openxmlformats.org/officeDocument/2006/relationships/tags" Target="../tags/tag22.xml"/><Relationship Id="rId2" Type="http://schemas.openxmlformats.org/officeDocument/2006/relationships/image" Target="../media/image4.png"/><Relationship Id="rId19" Type="http://schemas.openxmlformats.org/officeDocument/2006/relationships/tags" Target="../tags/tag21.xml"/><Relationship Id="rId18" Type="http://schemas.openxmlformats.org/officeDocument/2006/relationships/tags" Target="../tags/tag20.xml"/><Relationship Id="rId17" Type="http://schemas.openxmlformats.org/officeDocument/2006/relationships/tags" Target="../tags/tag19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0" Type="http://schemas.openxmlformats.org/officeDocument/2006/relationships/notesSlide" Target="../notesSlides/notesSlide3.xml"/><Relationship Id="rId2" Type="http://schemas.openxmlformats.org/officeDocument/2006/relationships/image" Target="../media/image4.png"/><Relationship Id="rId19" Type="http://schemas.openxmlformats.org/officeDocument/2006/relationships/slideLayout" Target="../slideLayouts/slideLayout11.xml"/><Relationship Id="rId18" Type="http://schemas.openxmlformats.org/officeDocument/2006/relationships/image" Target="../media/image2.png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image" Target="../media/image4.png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11.xml"/><Relationship Id="rId15" Type="http://schemas.openxmlformats.org/officeDocument/2006/relationships/image" Target="../media/image2.png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image" Target="../media/image4.png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1.xml"/><Relationship Id="rId12" Type="http://schemas.openxmlformats.org/officeDocument/2006/relationships/image" Target="../media/image2.png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64.xml"/><Relationship Id="rId7" Type="http://schemas.openxmlformats.org/officeDocument/2006/relationships/image" Target="../media/image2.png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6.xml"/><Relationship Id="rId1" Type="http://schemas.openxmlformats.org/officeDocument/2006/relationships/tags" Target="../tags/tag5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image" Target="../media/image4.png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image" Target="../media/image3.png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.jpeg"/><Relationship Id="rId10" Type="http://schemas.openxmlformats.org/officeDocument/2006/relationships/tags" Target="../tags/tag72.xml"/><Relationship Id="rId1" Type="http://schemas.openxmlformats.org/officeDocument/2006/relationships/tags" Target="../tags/tag6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image" Target="../media/image4.png"/><Relationship Id="rId45" Type="http://schemas.openxmlformats.org/officeDocument/2006/relationships/slideLayout" Target="../slideLayouts/slideLayout12.xml"/><Relationship Id="rId44" Type="http://schemas.openxmlformats.org/officeDocument/2006/relationships/tags" Target="../tags/tag114.xml"/><Relationship Id="rId43" Type="http://schemas.openxmlformats.org/officeDocument/2006/relationships/tags" Target="../tags/tag113.xml"/><Relationship Id="rId42" Type="http://schemas.openxmlformats.org/officeDocument/2006/relationships/tags" Target="../tags/tag112.xml"/><Relationship Id="rId41" Type="http://schemas.openxmlformats.org/officeDocument/2006/relationships/tags" Target="../tags/tag111.xml"/><Relationship Id="rId40" Type="http://schemas.openxmlformats.org/officeDocument/2006/relationships/tags" Target="../tags/tag110.xml"/><Relationship Id="rId4" Type="http://schemas.openxmlformats.org/officeDocument/2006/relationships/tags" Target="../tags/tag75.xml"/><Relationship Id="rId39" Type="http://schemas.openxmlformats.org/officeDocument/2006/relationships/tags" Target="../tags/tag109.xml"/><Relationship Id="rId38" Type="http://schemas.openxmlformats.org/officeDocument/2006/relationships/tags" Target="../tags/tag108.xml"/><Relationship Id="rId37" Type="http://schemas.openxmlformats.org/officeDocument/2006/relationships/tags" Target="../tags/tag107.xml"/><Relationship Id="rId36" Type="http://schemas.openxmlformats.org/officeDocument/2006/relationships/tags" Target="../tags/tag106.xml"/><Relationship Id="rId35" Type="http://schemas.openxmlformats.org/officeDocument/2006/relationships/tags" Target="../tags/tag105.xml"/><Relationship Id="rId34" Type="http://schemas.openxmlformats.org/officeDocument/2006/relationships/tags" Target="../tags/tag104.xml"/><Relationship Id="rId33" Type="http://schemas.openxmlformats.org/officeDocument/2006/relationships/tags" Target="../tags/tag103.xml"/><Relationship Id="rId32" Type="http://schemas.openxmlformats.org/officeDocument/2006/relationships/tags" Target="../tags/tag102.xml"/><Relationship Id="rId31" Type="http://schemas.openxmlformats.org/officeDocument/2006/relationships/tags" Target="../tags/tag101.xml"/><Relationship Id="rId30" Type="http://schemas.openxmlformats.org/officeDocument/2006/relationships/tags" Target="../tags/tag100.xml"/><Relationship Id="rId3" Type="http://schemas.openxmlformats.org/officeDocument/2006/relationships/tags" Target="../tags/tag74.xml"/><Relationship Id="rId29" Type="http://schemas.openxmlformats.org/officeDocument/2006/relationships/tags" Target="../tags/tag99.xml"/><Relationship Id="rId28" Type="http://schemas.openxmlformats.org/officeDocument/2006/relationships/tags" Target="../tags/tag98.xml"/><Relationship Id="rId27" Type="http://schemas.openxmlformats.org/officeDocument/2006/relationships/tags" Target="../tags/tag97.xml"/><Relationship Id="rId26" Type="http://schemas.openxmlformats.org/officeDocument/2006/relationships/tags" Target="../tags/tag96.xml"/><Relationship Id="rId25" Type="http://schemas.openxmlformats.org/officeDocument/2006/relationships/tags" Target="../tags/tag95.xml"/><Relationship Id="rId24" Type="http://schemas.openxmlformats.org/officeDocument/2006/relationships/tags" Target="../tags/tag94.xml"/><Relationship Id="rId23" Type="http://schemas.openxmlformats.org/officeDocument/2006/relationships/tags" Target="../tags/tag93.xml"/><Relationship Id="rId22" Type="http://schemas.openxmlformats.org/officeDocument/2006/relationships/tags" Target="../tags/tag92.xml"/><Relationship Id="rId21" Type="http://schemas.openxmlformats.org/officeDocument/2006/relationships/tags" Target="../tags/tag91.xml"/><Relationship Id="rId20" Type="http://schemas.openxmlformats.org/officeDocument/2006/relationships/tags" Target="../tags/tag90.xml"/><Relationship Id="rId2" Type="http://schemas.openxmlformats.org/officeDocument/2006/relationships/image" Target="../media/image3.png"/><Relationship Id="rId19" Type="http://schemas.openxmlformats.org/officeDocument/2006/relationships/tags" Target="../tags/tag89.xml"/><Relationship Id="rId18" Type="http://schemas.openxmlformats.org/officeDocument/2006/relationships/tags" Target="../tags/tag88.xml"/><Relationship Id="rId17" Type="http://schemas.openxmlformats.org/officeDocument/2006/relationships/tags" Target="../tags/tag87.xml"/><Relationship Id="rId16" Type="http://schemas.openxmlformats.org/officeDocument/2006/relationships/tags" Target="../tags/tag86.xml"/><Relationship Id="rId15" Type="http://schemas.openxmlformats.org/officeDocument/2006/relationships/tags" Target="../tags/tag85.xml"/><Relationship Id="rId14" Type="http://schemas.openxmlformats.org/officeDocument/2006/relationships/tags" Target="../tags/tag84.xml"/><Relationship Id="rId13" Type="http://schemas.openxmlformats.org/officeDocument/2006/relationships/tags" Target="../tags/tag83.xml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tags" Target="../tags/tag7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image" Target="../media/image4.png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9" Type="http://schemas.openxmlformats.org/officeDocument/2006/relationships/tags" Target="../tags/tag130.xml"/><Relationship Id="rId18" Type="http://schemas.openxmlformats.org/officeDocument/2006/relationships/tags" Target="../tags/tag129.xml"/><Relationship Id="rId17" Type="http://schemas.openxmlformats.org/officeDocument/2006/relationships/tags" Target="../tags/tag128.xml"/><Relationship Id="rId16" Type="http://schemas.openxmlformats.org/officeDocument/2006/relationships/tags" Target="../tags/tag127.xml"/><Relationship Id="rId15" Type="http://schemas.openxmlformats.org/officeDocument/2006/relationships/tags" Target="../tags/tag126.xml"/><Relationship Id="rId14" Type="http://schemas.openxmlformats.org/officeDocument/2006/relationships/tags" Target="../tags/tag125.xml"/><Relationship Id="rId13" Type="http://schemas.openxmlformats.org/officeDocument/2006/relationships/image" Target="../media/image6.jpeg"/><Relationship Id="rId12" Type="http://schemas.openxmlformats.org/officeDocument/2006/relationships/tags" Target="../tags/tag124.xml"/><Relationship Id="rId11" Type="http://schemas.openxmlformats.org/officeDocument/2006/relationships/tags" Target="../tags/tag123.xml"/><Relationship Id="rId10" Type="http://schemas.openxmlformats.org/officeDocument/2006/relationships/tags" Target="../tags/tag122.xml"/><Relationship Id="rId1" Type="http://schemas.openxmlformats.org/officeDocument/2006/relationships/tags" Target="../tags/tag11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tags" Target="../tags/tag134.xml"/><Relationship Id="rId5" Type="http://schemas.openxmlformats.org/officeDocument/2006/relationships/image" Target="../media/image4.png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image" Target="../media/image3.png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141.xml"/><Relationship Id="rId12" Type="http://schemas.openxmlformats.org/officeDocument/2006/relationships/tags" Target="../tags/tag140.xml"/><Relationship Id="rId11" Type="http://schemas.openxmlformats.org/officeDocument/2006/relationships/tags" Target="../tags/tag139.xml"/><Relationship Id="rId10" Type="http://schemas.openxmlformats.org/officeDocument/2006/relationships/tags" Target="../tags/tag138.xml"/><Relationship Id="rId1" Type="http://schemas.openxmlformats.org/officeDocument/2006/relationships/tags" Target="../tags/tag13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image" Target="../media/image4.png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9" Type="http://schemas.openxmlformats.org/officeDocument/2006/relationships/tags" Target="../tags/tag158.xml"/><Relationship Id="rId18" Type="http://schemas.openxmlformats.org/officeDocument/2006/relationships/tags" Target="../tags/tag157.xml"/><Relationship Id="rId17" Type="http://schemas.openxmlformats.org/officeDocument/2006/relationships/tags" Target="../tags/tag156.xml"/><Relationship Id="rId16" Type="http://schemas.openxmlformats.org/officeDocument/2006/relationships/tags" Target="../tags/tag155.xml"/><Relationship Id="rId15" Type="http://schemas.openxmlformats.org/officeDocument/2006/relationships/tags" Target="../tags/tag154.xml"/><Relationship Id="rId14" Type="http://schemas.openxmlformats.org/officeDocument/2006/relationships/tags" Target="../tags/tag153.xml"/><Relationship Id="rId13" Type="http://schemas.openxmlformats.org/officeDocument/2006/relationships/tags" Target="../tags/tag152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tags" Target="../tags/tag14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image" Target="../media/image7.jpeg"/><Relationship Id="rId6" Type="http://schemas.openxmlformats.org/officeDocument/2006/relationships/tags" Target="../tags/tag162.xml"/><Relationship Id="rId5" Type="http://schemas.openxmlformats.org/officeDocument/2006/relationships/image" Target="../media/image4.png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image" Target="../media/image3.png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tags" Target="../tags/tag15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tags" Target="../tags/tag172.xml"/><Relationship Id="rId7" Type="http://schemas.openxmlformats.org/officeDocument/2006/relationships/tags" Target="../tags/tag171.xml"/><Relationship Id="rId6" Type="http://schemas.openxmlformats.org/officeDocument/2006/relationships/tags" Target="../tags/tag170.xml"/><Relationship Id="rId5" Type="http://schemas.openxmlformats.org/officeDocument/2006/relationships/image" Target="../media/image4.png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189.xml"/><Relationship Id="rId24" Type="http://schemas.openxmlformats.org/officeDocument/2006/relationships/tags" Target="../tags/tag188.xml"/><Relationship Id="rId23" Type="http://schemas.openxmlformats.org/officeDocument/2006/relationships/tags" Target="../tags/tag187.xml"/><Relationship Id="rId22" Type="http://schemas.openxmlformats.org/officeDocument/2006/relationships/tags" Target="../tags/tag186.xml"/><Relationship Id="rId21" Type="http://schemas.openxmlformats.org/officeDocument/2006/relationships/tags" Target="../tags/tag185.xml"/><Relationship Id="rId20" Type="http://schemas.openxmlformats.org/officeDocument/2006/relationships/tags" Target="../tags/tag184.xml"/><Relationship Id="rId2" Type="http://schemas.openxmlformats.org/officeDocument/2006/relationships/image" Target="../media/image3.png"/><Relationship Id="rId19" Type="http://schemas.openxmlformats.org/officeDocument/2006/relationships/tags" Target="../tags/tag183.xml"/><Relationship Id="rId18" Type="http://schemas.openxmlformats.org/officeDocument/2006/relationships/tags" Target="../tags/tag182.xml"/><Relationship Id="rId17" Type="http://schemas.openxmlformats.org/officeDocument/2006/relationships/tags" Target="../tags/tag181.xml"/><Relationship Id="rId16" Type="http://schemas.openxmlformats.org/officeDocument/2006/relationships/tags" Target="../tags/tag180.xml"/><Relationship Id="rId15" Type="http://schemas.openxmlformats.org/officeDocument/2006/relationships/tags" Target="../tags/tag179.xml"/><Relationship Id="rId14" Type="http://schemas.openxmlformats.org/officeDocument/2006/relationships/tags" Target="../tags/tag178.xml"/><Relationship Id="rId13" Type="http://schemas.openxmlformats.org/officeDocument/2006/relationships/tags" Target="../tags/tag177.xml"/><Relationship Id="rId12" Type="http://schemas.openxmlformats.org/officeDocument/2006/relationships/tags" Target="../tags/tag176.xml"/><Relationship Id="rId11" Type="http://schemas.openxmlformats.org/officeDocument/2006/relationships/tags" Target="../tags/tag175.xml"/><Relationship Id="rId10" Type="http://schemas.openxmlformats.org/officeDocument/2006/relationships/tags" Target="../tags/tag174.xml"/><Relationship Id="rId1" Type="http://schemas.openxmlformats.org/officeDocument/2006/relationships/tags" Target="../tags/tag16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image" Target="../media/image4.png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1" Type="http://schemas.openxmlformats.org/officeDocument/2006/relationships/slideLayout" Target="../slideLayouts/slideLayout12.xml"/><Relationship Id="rId20" Type="http://schemas.openxmlformats.org/officeDocument/2006/relationships/tags" Target="../tags/tag207.xml"/><Relationship Id="rId2" Type="http://schemas.openxmlformats.org/officeDocument/2006/relationships/image" Target="../media/image3.png"/><Relationship Id="rId19" Type="http://schemas.openxmlformats.org/officeDocument/2006/relationships/tags" Target="../tags/tag206.xml"/><Relationship Id="rId18" Type="http://schemas.openxmlformats.org/officeDocument/2006/relationships/tags" Target="../tags/tag205.xml"/><Relationship Id="rId17" Type="http://schemas.openxmlformats.org/officeDocument/2006/relationships/tags" Target="../tags/tag204.xml"/><Relationship Id="rId16" Type="http://schemas.openxmlformats.org/officeDocument/2006/relationships/tags" Target="../tags/tag203.xml"/><Relationship Id="rId15" Type="http://schemas.openxmlformats.org/officeDocument/2006/relationships/tags" Target="../tags/tag202.xml"/><Relationship Id="rId14" Type="http://schemas.openxmlformats.org/officeDocument/2006/relationships/tags" Target="../tags/tag201.xml"/><Relationship Id="rId13" Type="http://schemas.openxmlformats.org/officeDocument/2006/relationships/tags" Target="../tags/tag200.xml"/><Relationship Id="rId12" Type="http://schemas.openxmlformats.org/officeDocument/2006/relationships/tags" Target="../tags/tag199.xml"/><Relationship Id="rId11" Type="http://schemas.openxmlformats.org/officeDocument/2006/relationships/tags" Target="../tags/tag198.xml"/><Relationship Id="rId10" Type="http://schemas.openxmlformats.org/officeDocument/2006/relationships/tags" Target="../tags/tag197.xml"/><Relationship Id="rId1" Type="http://schemas.openxmlformats.org/officeDocument/2006/relationships/tags" Target="../tags/tag19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jpeg"/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image" Target="../media/image4.png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9" Type="http://schemas.openxmlformats.org/officeDocument/2006/relationships/tags" Target="../tags/tag223.xml"/><Relationship Id="rId18" Type="http://schemas.openxmlformats.org/officeDocument/2006/relationships/tags" Target="../tags/tag222.xml"/><Relationship Id="rId17" Type="http://schemas.openxmlformats.org/officeDocument/2006/relationships/tags" Target="../tags/tag221.xml"/><Relationship Id="rId16" Type="http://schemas.openxmlformats.org/officeDocument/2006/relationships/tags" Target="../tags/tag220.xml"/><Relationship Id="rId15" Type="http://schemas.openxmlformats.org/officeDocument/2006/relationships/tags" Target="../tags/tag219.xml"/><Relationship Id="rId14" Type="http://schemas.openxmlformats.org/officeDocument/2006/relationships/tags" Target="../tags/tag218.xml"/><Relationship Id="rId13" Type="http://schemas.openxmlformats.org/officeDocument/2006/relationships/tags" Target="../tags/tag217.xml"/><Relationship Id="rId12" Type="http://schemas.openxmlformats.org/officeDocument/2006/relationships/tags" Target="../tags/tag216.xml"/><Relationship Id="rId11" Type="http://schemas.openxmlformats.org/officeDocument/2006/relationships/tags" Target="../tags/tag215.xml"/><Relationship Id="rId10" Type="http://schemas.openxmlformats.org/officeDocument/2006/relationships/tags" Target="../tags/tag214.xml"/><Relationship Id="rId1" Type="http://schemas.openxmlformats.org/officeDocument/2006/relationships/tags" Target="../tags/tag20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30.xml"/><Relationship Id="rId8" Type="http://schemas.openxmlformats.org/officeDocument/2006/relationships/tags" Target="../tags/tag229.xml"/><Relationship Id="rId7" Type="http://schemas.openxmlformats.org/officeDocument/2006/relationships/tags" Target="../tags/tag228.xml"/><Relationship Id="rId6" Type="http://schemas.openxmlformats.org/officeDocument/2006/relationships/tags" Target="../tags/tag227.xml"/><Relationship Id="rId5" Type="http://schemas.openxmlformats.org/officeDocument/2006/relationships/image" Target="../media/image4.png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4" Type="http://schemas.openxmlformats.org/officeDocument/2006/relationships/slideLayout" Target="../slideLayouts/slideLayout12.xml"/><Relationship Id="rId23" Type="http://schemas.openxmlformats.org/officeDocument/2006/relationships/tags" Target="../tags/tag243.xml"/><Relationship Id="rId22" Type="http://schemas.openxmlformats.org/officeDocument/2006/relationships/tags" Target="../tags/tag242.xml"/><Relationship Id="rId21" Type="http://schemas.openxmlformats.org/officeDocument/2006/relationships/tags" Target="../tags/tag241.xml"/><Relationship Id="rId20" Type="http://schemas.openxmlformats.org/officeDocument/2006/relationships/tags" Target="../tags/tag240.xml"/><Relationship Id="rId2" Type="http://schemas.openxmlformats.org/officeDocument/2006/relationships/image" Target="../media/image3.png"/><Relationship Id="rId19" Type="http://schemas.openxmlformats.org/officeDocument/2006/relationships/tags" Target="../tags/tag239.xml"/><Relationship Id="rId18" Type="http://schemas.openxmlformats.org/officeDocument/2006/relationships/image" Target="../media/image9.jpeg"/><Relationship Id="rId17" Type="http://schemas.openxmlformats.org/officeDocument/2006/relationships/tags" Target="../tags/tag238.xml"/><Relationship Id="rId16" Type="http://schemas.openxmlformats.org/officeDocument/2006/relationships/tags" Target="../tags/tag237.xml"/><Relationship Id="rId15" Type="http://schemas.openxmlformats.org/officeDocument/2006/relationships/tags" Target="../tags/tag236.xml"/><Relationship Id="rId14" Type="http://schemas.openxmlformats.org/officeDocument/2006/relationships/tags" Target="../tags/tag235.xml"/><Relationship Id="rId13" Type="http://schemas.openxmlformats.org/officeDocument/2006/relationships/tags" Target="../tags/tag234.xml"/><Relationship Id="rId12" Type="http://schemas.openxmlformats.org/officeDocument/2006/relationships/tags" Target="../tags/tag233.xml"/><Relationship Id="rId11" Type="http://schemas.openxmlformats.org/officeDocument/2006/relationships/tags" Target="../tags/tag232.xml"/><Relationship Id="rId10" Type="http://schemas.openxmlformats.org/officeDocument/2006/relationships/tags" Target="../tags/tag231.xml"/><Relationship Id="rId1" Type="http://schemas.openxmlformats.org/officeDocument/2006/relationships/tags" Target="../tags/tag224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50.xml"/><Relationship Id="rId8" Type="http://schemas.openxmlformats.org/officeDocument/2006/relationships/tags" Target="../tags/tag249.xml"/><Relationship Id="rId7" Type="http://schemas.openxmlformats.org/officeDocument/2006/relationships/tags" Target="../tags/tag248.xml"/><Relationship Id="rId6" Type="http://schemas.openxmlformats.org/officeDocument/2006/relationships/tags" Target="../tags/tag247.xml"/><Relationship Id="rId5" Type="http://schemas.openxmlformats.org/officeDocument/2006/relationships/image" Target="../media/image4.png"/><Relationship Id="rId4" Type="http://schemas.openxmlformats.org/officeDocument/2006/relationships/tags" Target="../tags/tag246.xml"/><Relationship Id="rId3" Type="http://schemas.openxmlformats.org/officeDocument/2006/relationships/tags" Target="../tags/tag245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264.xml"/><Relationship Id="rId23" Type="http://schemas.openxmlformats.org/officeDocument/2006/relationships/tags" Target="../tags/tag263.xml"/><Relationship Id="rId22" Type="http://schemas.openxmlformats.org/officeDocument/2006/relationships/tags" Target="../tags/tag262.xml"/><Relationship Id="rId21" Type="http://schemas.openxmlformats.org/officeDocument/2006/relationships/tags" Target="../tags/tag261.xml"/><Relationship Id="rId20" Type="http://schemas.openxmlformats.org/officeDocument/2006/relationships/tags" Target="../tags/tag260.xml"/><Relationship Id="rId2" Type="http://schemas.openxmlformats.org/officeDocument/2006/relationships/image" Target="../media/image3.png"/><Relationship Id="rId19" Type="http://schemas.openxmlformats.org/officeDocument/2006/relationships/tags" Target="../tags/tag259.xml"/><Relationship Id="rId18" Type="http://schemas.openxmlformats.org/officeDocument/2006/relationships/tags" Target="../tags/tag258.xml"/><Relationship Id="rId17" Type="http://schemas.openxmlformats.org/officeDocument/2006/relationships/tags" Target="../tags/tag257.xml"/><Relationship Id="rId16" Type="http://schemas.openxmlformats.org/officeDocument/2006/relationships/tags" Target="../tags/tag256.xml"/><Relationship Id="rId15" Type="http://schemas.openxmlformats.org/officeDocument/2006/relationships/tags" Target="../tags/tag255.xml"/><Relationship Id="rId14" Type="http://schemas.openxmlformats.org/officeDocument/2006/relationships/tags" Target="../tags/tag254.xml"/><Relationship Id="rId13" Type="http://schemas.openxmlformats.org/officeDocument/2006/relationships/tags" Target="../tags/tag253.xml"/><Relationship Id="rId12" Type="http://schemas.openxmlformats.org/officeDocument/2006/relationships/image" Target="../media/image10.jpeg"/><Relationship Id="rId11" Type="http://schemas.openxmlformats.org/officeDocument/2006/relationships/tags" Target="../tags/tag252.xml"/><Relationship Id="rId10" Type="http://schemas.openxmlformats.org/officeDocument/2006/relationships/tags" Target="../tags/tag251.xml"/><Relationship Id="rId1" Type="http://schemas.openxmlformats.org/officeDocument/2006/relationships/tags" Target="../tags/tag24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70.xml"/><Relationship Id="rId8" Type="http://schemas.openxmlformats.org/officeDocument/2006/relationships/tags" Target="../tags/tag269.xml"/><Relationship Id="rId7" Type="http://schemas.openxmlformats.org/officeDocument/2006/relationships/image" Target="../media/image11.jpeg"/><Relationship Id="rId6" Type="http://schemas.openxmlformats.org/officeDocument/2006/relationships/tags" Target="../tags/tag268.xml"/><Relationship Id="rId5" Type="http://schemas.openxmlformats.org/officeDocument/2006/relationships/image" Target="../media/image4.png"/><Relationship Id="rId4" Type="http://schemas.openxmlformats.org/officeDocument/2006/relationships/tags" Target="../tags/tag267.xml"/><Relationship Id="rId32" Type="http://schemas.openxmlformats.org/officeDocument/2006/relationships/slideLayout" Target="../slideLayouts/slideLayout12.xml"/><Relationship Id="rId31" Type="http://schemas.openxmlformats.org/officeDocument/2006/relationships/tags" Target="../tags/tag290.xml"/><Relationship Id="rId30" Type="http://schemas.openxmlformats.org/officeDocument/2006/relationships/tags" Target="../tags/tag289.xml"/><Relationship Id="rId3" Type="http://schemas.openxmlformats.org/officeDocument/2006/relationships/tags" Target="../tags/tag266.xml"/><Relationship Id="rId29" Type="http://schemas.openxmlformats.org/officeDocument/2006/relationships/tags" Target="../tags/tag288.xml"/><Relationship Id="rId28" Type="http://schemas.openxmlformats.org/officeDocument/2006/relationships/tags" Target="../tags/tag287.xml"/><Relationship Id="rId27" Type="http://schemas.openxmlformats.org/officeDocument/2006/relationships/tags" Target="../tags/tag286.xml"/><Relationship Id="rId26" Type="http://schemas.openxmlformats.org/officeDocument/2006/relationships/tags" Target="../tags/tag285.xml"/><Relationship Id="rId25" Type="http://schemas.openxmlformats.org/officeDocument/2006/relationships/tags" Target="../tags/tag284.xml"/><Relationship Id="rId24" Type="http://schemas.openxmlformats.org/officeDocument/2006/relationships/tags" Target="../tags/tag283.xml"/><Relationship Id="rId23" Type="http://schemas.openxmlformats.org/officeDocument/2006/relationships/tags" Target="../tags/tag282.xml"/><Relationship Id="rId22" Type="http://schemas.openxmlformats.org/officeDocument/2006/relationships/tags" Target="../tags/tag281.xml"/><Relationship Id="rId21" Type="http://schemas.openxmlformats.org/officeDocument/2006/relationships/tags" Target="../tags/tag280.xml"/><Relationship Id="rId20" Type="http://schemas.openxmlformats.org/officeDocument/2006/relationships/tags" Target="../tags/tag279.xml"/><Relationship Id="rId2" Type="http://schemas.openxmlformats.org/officeDocument/2006/relationships/image" Target="../media/image3.png"/><Relationship Id="rId19" Type="http://schemas.openxmlformats.org/officeDocument/2006/relationships/tags" Target="../tags/tag278.xml"/><Relationship Id="rId18" Type="http://schemas.openxmlformats.org/officeDocument/2006/relationships/tags" Target="../tags/tag277.xml"/><Relationship Id="rId17" Type="http://schemas.openxmlformats.org/officeDocument/2006/relationships/tags" Target="../tags/tag276.xml"/><Relationship Id="rId16" Type="http://schemas.openxmlformats.org/officeDocument/2006/relationships/tags" Target="../tags/tag275.xml"/><Relationship Id="rId15" Type="http://schemas.openxmlformats.org/officeDocument/2006/relationships/tags" Target="../tags/tag274.xml"/><Relationship Id="rId14" Type="http://schemas.openxmlformats.org/officeDocument/2006/relationships/image" Target="../media/image13.jpeg"/><Relationship Id="rId13" Type="http://schemas.openxmlformats.org/officeDocument/2006/relationships/tags" Target="../tags/tag273.xml"/><Relationship Id="rId12" Type="http://schemas.openxmlformats.org/officeDocument/2006/relationships/tags" Target="../tags/tag272.xml"/><Relationship Id="rId11" Type="http://schemas.openxmlformats.org/officeDocument/2006/relationships/image" Target="../media/image12.jpeg"/><Relationship Id="rId10" Type="http://schemas.openxmlformats.org/officeDocument/2006/relationships/tags" Target="../tags/tag271.xml"/><Relationship Id="rId1" Type="http://schemas.openxmlformats.org/officeDocument/2006/relationships/tags" Target="../tags/tag265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jpeg"/><Relationship Id="rId8" Type="http://schemas.openxmlformats.org/officeDocument/2006/relationships/tags" Target="../tags/tag296.xml"/><Relationship Id="rId7" Type="http://schemas.openxmlformats.org/officeDocument/2006/relationships/tags" Target="../tags/tag295.xml"/><Relationship Id="rId6" Type="http://schemas.openxmlformats.org/officeDocument/2006/relationships/tags" Target="../tags/tag294.xml"/><Relationship Id="rId5" Type="http://schemas.openxmlformats.org/officeDocument/2006/relationships/image" Target="../media/image4.png"/><Relationship Id="rId4" Type="http://schemas.openxmlformats.org/officeDocument/2006/relationships/tags" Target="../tags/tag293.xml"/><Relationship Id="rId3" Type="http://schemas.openxmlformats.org/officeDocument/2006/relationships/tags" Target="../tags/tag292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308.xml"/><Relationship Id="rId20" Type="http://schemas.openxmlformats.org/officeDocument/2006/relationships/tags" Target="../tags/tag307.xml"/><Relationship Id="rId2" Type="http://schemas.openxmlformats.org/officeDocument/2006/relationships/image" Target="../media/image3.png"/><Relationship Id="rId19" Type="http://schemas.openxmlformats.org/officeDocument/2006/relationships/tags" Target="../tags/tag306.xml"/><Relationship Id="rId18" Type="http://schemas.openxmlformats.org/officeDocument/2006/relationships/tags" Target="../tags/tag305.xml"/><Relationship Id="rId17" Type="http://schemas.openxmlformats.org/officeDocument/2006/relationships/tags" Target="../tags/tag304.xml"/><Relationship Id="rId16" Type="http://schemas.openxmlformats.org/officeDocument/2006/relationships/tags" Target="../tags/tag303.xml"/><Relationship Id="rId15" Type="http://schemas.openxmlformats.org/officeDocument/2006/relationships/tags" Target="../tags/tag302.xml"/><Relationship Id="rId14" Type="http://schemas.openxmlformats.org/officeDocument/2006/relationships/tags" Target="../tags/tag301.xml"/><Relationship Id="rId13" Type="http://schemas.openxmlformats.org/officeDocument/2006/relationships/tags" Target="../tags/tag300.xml"/><Relationship Id="rId12" Type="http://schemas.openxmlformats.org/officeDocument/2006/relationships/tags" Target="../tags/tag299.xml"/><Relationship Id="rId11" Type="http://schemas.openxmlformats.org/officeDocument/2006/relationships/tags" Target="../tags/tag298.xml"/><Relationship Id="rId10" Type="http://schemas.openxmlformats.org/officeDocument/2006/relationships/tags" Target="../tags/tag297.xml"/><Relationship Id="rId1" Type="http://schemas.openxmlformats.org/officeDocument/2006/relationships/tags" Target="../tags/tag29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image" Target="../media/image15.jpeg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image" Target="../media/image4.png"/><Relationship Id="rId4" Type="http://schemas.openxmlformats.org/officeDocument/2006/relationships/tags" Target="../tags/tag311.xml"/><Relationship Id="rId3" Type="http://schemas.openxmlformats.org/officeDocument/2006/relationships/tags" Target="../tags/tag310.xml"/><Relationship Id="rId2" Type="http://schemas.openxmlformats.org/officeDocument/2006/relationships/image" Target="../media/image3.png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321.xml"/><Relationship Id="rId15" Type="http://schemas.openxmlformats.org/officeDocument/2006/relationships/tags" Target="../tags/tag320.xml"/><Relationship Id="rId14" Type="http://schemas.openxmlformats.org/officeDocument/2006/relationships/tags" Target="../tags/tag319.xml"/><Relationship Id="rId13" Type="http://schemas.openxmlformats.org/officeDocument/2006/relationships/tags" Target="../tags/tag318.xml"/><Relationship Id="rId12" Type="http://schemas.openxmlformats.org/officeDocument/2006/relationships/tags" Target="../tags/tag317.xml"/><Relationship Id="rId11" Type="http://schemas.openxmlformats.org/officeDocument/2006/relationships/tags" Target="../tags/tag316.xml"/><Relationship Id="rId10" Type="http://schemas.openxmlformats.org/officeDocument/2006/relationships/tags" Target="../tags/tag315.xml"/><Relationship Id="rId1" Type="http://schemas.openxmlformats.org/officeDocument/2006/relationships/tags" Target="../tags/tag309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28.xml"/><Relationship Id="rId8" Type="http://schemas.openxmlformats.org/officeDocument/2006/relationships/tags" Target="../tags/tag327.xml"/><Relationship Id="rId7" Type="http://schemas.openxmlformats.org/officeDocument/2006/relationships/tags" Target="../tags/tag326.xml"/><Relationship Id="rId6" Type="http://schemas.openxmlformats.org/officeDocument/2006/relationships/tags" Target="../tags/tag325.xml"/><Relationship Id="rId5" Type="http://schemas.openxmlformats.org/officeDocument/2006/relationships/image" Target="../media/image4.png"/><Relationship Id="rId4" Type="http://schemas.openxmlformats.org/officeDocument/2006/relationships/tags" Target="../tags/tag324.xml"/><Relationship Id="rId3" Type="http://schemas.openxmlformats.org/officeDocument/2006/relationships/tags" Target="../tags/tag323.xml"/><Relationship Id="rId24" Type="http://schemas.openxmlformats.org/officeDocument/2006/relationships/slideLayout" Target="../slideLayouts/slideLayout12.xml"/><Relationship Id="rId23" Type="http://schemas.openxmlformats.org/officeDocument/2006/relationships/image" Target="../media/image10.jpeg"/><Relationship Id="rId22" Type="http://schemas.openxmlformats.org/officeDocument/2006/relationships/image" Target="../media/image16.jpeg"/><Relationship Id="rId21" Type="http://schemas.openxmlformats.org/officeDocument/2006/relationships/tags" Target="../tags/tag340.xml"/><Relationship Id="rId20" Type="http://schemas.openxmlformats.org/officeDocument/2006/relationships/tags" Target="../tags/tag339.xml"/><Relationship Id="rId2" Type="http://schemas.openxmlformats.org/officeDocument/2006/relationships/image" Target="../media/image3.png"/><Relationship Id="rId19" Type="http://schemas.openxmlformats.org/officeDocument/2006/relationships/tags" Target="../tags/tag338.xml"/><Relationship Id="rId18" Type="http://schemas.openxmlformats.org/officeDocument/2006/relationships/tags" Target="../tags/tag337.xml"/><Relationship Id="rId17" Type="http://schemas.openxmlformats.org/officeDocument/2006/relationships/tags" Target="../tags/tag336.xml"/><Relationship Id="rId16" Type="http://schemas.openxmlformats.org/officeDocument/2006/relationships/tags" Target="../tags/tag335.xml"/><Relationship Id="rId15" Type="http://schemas.openxmlformats.org/officeDocument/2006/relationships/tags" Target="../tags/tag334.xml"/><Relationship Id="rId14" Type="http://schemas.openxmlformats.org/officeDocument/2006/relationships/tags" Target="../tags/tag333.xml"/><Relationship Id="rId13" Type="http://schemas.openxmlformats.org/officeDocument/2006/relationships/tags" Target="../tags/tag332.xml"/><Relationship Id="rId12" Type="http://schemas.openxmlformats.org/officeDocument/2006/relationships/tags" Target="../tags/tag331.xml"/><Relationship Id="rId11" Type="http://schemas.openxmlformats.org/officeDocument/2006/relationships/tags" Target="../tags/tag330.xml"/><Relationship Id="rId10" Type="http://schemas.openxmlformats.org/officeDocument/2006/relationships/tags" Target="../tags/tag329.xml"/><Relationship Id="rId1" Type="http://schemas.openxmlformats.org/officeDocument/2006/relationships/tags" Target="../tags/tag322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47.xml"/><Relationship Id="rId8" Type="http://schemas.openxmlformats.org/officeDocument/2006/relationships/tags" Target="../tags/tag346.xml"/><Relationship Id="rId7" Type="http://schemas.openxmlformats.org/officeDocument/2006/relationships/tags" Target="../tags/tag345.xml"/><Relationship Id="rId6" Type="http://schemas.openxmlformats.org/officeDocument/2006/relationships/tags" Target="../tags/tag344.xml"/><Relationship Id="rId5" Type="http://schemas.openxmlformats.org/officeDocument/2006/relationships/image" Target="../media/image4.png"/><Relationship Id="rId41" Type="http://schemas.openxmlformats.org/officeDocument/2006/relationships/slideLayout" Target="../slideLayouts/slideLayout12.xml"/><Relationship Id="rId40" Type="http://schemas.openxmlformats.org/officeDocument/2006/relationships/image" Target="../media/image22.svg"/><Relationship Id="rId4" Type="http://schemas.openxmlformats.org/officeDocument/2006/relationships/tags" Target="../tags/tag343.xml"/><Relationship Id="rId39" Type="http://schemas.openxmlformats.org/officeDocument/2006/relationships/image" Target="../media/image21.png"/><Relationship Id="rId38" Type="http://schemas.openxmlformats.org/officeDocument/2006/relationships/tags" Target="../tags/tag372.xml"/><Relationship Id="rId37" Type="http://schemas.openxmlformats.org/officeDocument/2006/relationships/image" Target="../media/image20.png"/><Relationship Id="rId36" Type="http://schemas.openxmlformats.org/officeDocument/2006/relationships/tags" Target="../tags/tag371.xml"/><Relationship Id="rId35" Type="http://schemas.openxmlformats.org/officeDocument/2006/relationships/image" Target="../media/image19.png"/><Relationship Id="rId34" Type="http://schemas.openxmlformats.org/officeDocument/2006/relationships/tags" Target="../tags/tag370.xml"/><Relationship Id="rId33" Type="http://schemas.openxmlformats.org/officeDocument/2006/relationships/image" Target="../media/image18.png"/><Relationship Id="rId32" Type="http://schemas.openxmlformats.org/officeDocument/2006/relationships/tags" Target="../tags/tag369.xml"/><Relationship Id="rId31" Type="http://schemas.openxmlformats.org/officeDocument/2006/relationships/image" Target="../media/image17.png"/><Relationship Id="rId30" Type="http://schemas.openxmlformats.org/officeDocument/2006/relationships/tags" Target="../tags/tag368.xml"/><Relationship Id="rId3" Type="http://schemas.openxmlformats.org/officeDocument/2006/relationships/tags" Target="../tags/tag342.xml"/><Relationship Id="rId29" Type="http://schemas.openxmlformats.org/officeDocument/2006/relationships/tags" Target="../tags/tag367.xml"/><Relationship Id="rId28" Type="http://schemas.openxmlformats.org/officeDocument/2006/relationships/tags" Target="../tags/tag366.xml"/><Relationship Id="rId27" Type="http://schemas.openxmlformats.org/officeDocument/2006/relationships/tags" Target="../tags/tag365.xml"/><Relationship Id="rId26" Type="http://schemas.openxmlformats.org/officeDocument/2006/relationships/tags" Target="../tags/tag364.xml"/><Relationship Id="rId25" Type="http://schemas.openxmlformats.org/officeDocument/2006/relationships/tags" Target="../tags/tag363.xml"/><Relationship Id="rId24" Type="http://schemas.openxmlformats.org/officeDocument/2006/relationships/tags" Target="../tags/tag362.xml"/><Relationship Id="rId23" Type="http://schemas.openxmlformats.org/officeDocument/2006/relationships/tags" Target="../tags/tag361.xml"/><Relationship Id="rId22" Type="http://schemas.openxmlformats.org/officeDocument/2006/relationships/tags" Target="../tags/tag360.xml"/><Relationship Id="rId21" Type="http://schemas.openxmlformats.org/officeDocument/2006/relationships/tags" Target="../tags/tag359.xml"/><Relationship Id="rId20" Type="http://schemas.openxmlformats.org/officeDocument/2006/relationships/tags" Target="../tags/tag358.xml"/><Relationship Id="rId2" Type="http://schemas.openxmlformats.org/officeDocument/2006/relationships/image" Target="../media/image3.png"/><Relationship Id="rId19" Type="http://schemas.openxmlformats.org/officeDocument/2006/relationships/tags" Target="../tags/tag357.xml"/><Relationship Id="rId18" Type="http://schemas.openxmlformats.org/officeDocument/2006/relationships/tags" Target="../tags/tag356.xml"/><Relationship Id="rId17" Type="http://schemas.openxmlformats.org/officeDocument/2006/relationships/tags" Target="../tags/tag355.xml"/><Relationship Id="rId16" Type="http://schemas.openxmlformats.org/officeDocument/2006/relationships/tags" Target="../tags/tag354.xml"/><Relationship Id="rId15" Type="http://schemas.openxmlformats.org/officeDocument/2006/relationships/tags" Target="../tags/tag353.xml"/><Relationship Id="rId14" Type="http://schemas.openxmlformats.org/officeDocument/2006/relationships/tags" Target="../tags/tag352.xml"/><Relationship Id="rId13" Type="http://schemas.openxmlformats.org/officeDocument/2006/relationships/tags" Target="../tags/tag351.xml"/><Relationship Id="rId12" Type="http://schemas.openxmlformats.org/officeDocument/2006/relationships/tags" Target="../tags/tag350.xml"/><Relationship Id="rId11" Type="http://schemas.openxmlformats.org/officeDocument/2006/relationships/tags" Target="../tags/tag349.xml"/><Relationship Id="rId10" Type="http://schemas.openxmlformats.org/officeDocument/2006/relationships/tags" Target="../tags/tag348.xml"/><Relationship Id="rId1" Type="http://schemas.openxmlformats.org/officeDocument/2006/relationships/tags" Target="../tags/tag341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379.xml"/><Relationship Id="rId8" Type="http://schemas.openxmlformats.org/officeDocument/2006/relationships/tags" Target="../tags/tag378.xml"/><Relationship Id="rId7" Type="http://schemas.openxmlformats.org/officeDocument/2006/relationships/tags" Target="../tags/tag377.xml"/><Relationship Id="rId6" Type="http://schemas.openxmlformats.org/officeDocument/2006/relationships/tags" Target="../tags/tag376.xml"/><Relationship Id="rId5" Type="http://schemas.openxmlformats.org/officeDocument/2006/relationships/image" Target="../media/image4.png"/><Relationship Id="rId4" Type="http://schemas.openxmlformats.org/officeDocument/2006/relationships/tags" Target="../tags/tag375.xml"/><Relationship Id="rId31" Type="http://schemas.openxmlformats.org/officeDocument/2006/relationships/slideLayout" Target="../slideLayouts/slideLayout12.xml"/><Relationship Id="rId30" Type="http://schemas.openxmlformats.org/officeDocument/2006/relationships/tags" Target="../tags/tag400.xml"/><Relationship Id="rId3" Type="http://schemas.openxmlformats.org/officeDocument/2006/relationships/tags" Target="../tags/tag374.xml"/><Relationship Id="rId29" Type="http://schemas.openxmlformats.org/officeDocument/2006/relationships/tags" Target="../tags/tag399.xml"/><Relationship Id="rId28" Type="http://schemas.openxmlformats.org/officeDocument/2006/relationships/tags" Target="../tags/tag398.xml"/><Relationship Id="rId27" Type="http://schemas.openxmlformats.org/officeDocument/2006/relationships/tags" Target="../tags/tag397.xml"/><Relationship Id="rId26" Type="http://schemas.openxmlformats.org/officeDocument/2006/relationships/tags" Target="../tags/tag396.xml"/><Relationship Id="rId25" Type="http://schemas.openxmlformats.org/officeDocument/2006/relationships/tags" Target="../tags/tag395.xml"/><Relationship Id="rId24" Type="http://schemas.openxmlformats.org/officeDocument/2006/relationships/tags" Target="../tags/tag394.xml"/><Relationship Id="rId23" Type="http://schemas.openxmlformats.org/officeDocument/2006/relationships/tags" Target="../tags/tag393.xml"/><Relationship Id="rId22" Type="http://schemas.openxmlformats.org/officeDocument/2006/relationships/tags" Target="../tags/tag392.xml"/><Relationship Id="rId21" Type="http://schemas.openxmlformats.org/officeDocument/2006/relationships/tags" Target="../tags/tag391.xml"/><Relationship Id="rId20" Type="http://schemas.openxmlformats.org/officeDocument/2006/relationships/tags" Target="../tags/tag390.xml"/><Relationship Id="rId2" Type="http://schemas.openxmlformats.org/officeDocument/2006/relationships/image" Target="../media/image3.png"/><Relationship Id="rId19" Type="http://schemas.openxmlformats.org/officeDocument/2006/relationships/tags" Target="../tags/tag389.xml"/><Relationship Id="rId18" Type="http://schemas.openxmlformats.org/officeDocument/2006/relationships/tags" Target="../tags/tag388.xml"/><Relationship Id="rId17" Type="http://schemas.openxmlformats.org/officeDocument/2006/relationships/tags" Target="../tags/tag387.xml"/><Relationship Id="rId16" Type="http://schemas.openxmlformats.org/officeDocument/2006/relationships/tags" Target="../tags/tag386.xml"/><Relationship Id="rId15" Type="http://schemas.openxmlformats.org/officeDocument/2006/relationships/tags" Target="../tags/tag385.xml"/><Relationship Id="rId14" Type="http://schemas.openxmlformats.org/officeDocument/2006/relationships/tags" Target="../tags/tag384.xml"/><Relationship Id="rId13" Type="http://schemas.openxmlformats.org/officeDocument/2006/relationships/tags" Target="../tags/tag383.xml"/><Relationship Id="rId12" Type="http://schemas.openxmlformats.org/officeDocument/2006/relationships/tags" Target="../tags/tag382.xml"/><Relationship Id="rId11" Type="http://schemas.openxmlformats.org/officeDocument/2006/relationships/tags" Target="../tags/tag381.xml"/><Relationship Id="rId10" Type="http://schemas.openxmlformats.org/officeDocument/2006/relationships/tags" Target="../tags/tag380.xml"/><Relationship Id="rId1" Type="http://schemas.openxmlformats.org/officeDocument/2006/relationships/tags" Target="../tags/tag373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407.xml"/><Relationship Id="rId8" Type="http://schemas.openxmlformats.org/officeDocument/2006/relationships/tags" Target="../tags/tag406.xml"/><Relationship Id="rId7" Type="http://schemas.openxmlformats.org/officeDocument/2006/relationships/tags" Target="../tags/tag405.xml"/><Relationship Id="rId6" Type="http://schemas.openxmlformats.org/officeDocument/2006/relationships/tags" Target="../tags/tag404.xml"/><Relationship Id="rId5" Type="http://schemas.openxmlformats.org/officeDocument/2006/relationships/image" Target="../media/image4.png"/><Relationship Id="rId4" Type="http://schemas.openxmlformats.org/officeDocument/2006/relationships/tags" Target="../tags/tag403.xml"/><Relationship Id="rId3" Type="http://schemas.openxmlformats.org/officeDocument/2006/relationships/tags" Target="../tags/tag402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420.xml"/><Relationship Id="rId21" Type="http://schemas.openxmlformats.org/officeDocument/2006/relationships/tags" Target="../tags/tag419.xml"/><Relationship Id="rId20" Type="http://schemas.openxmlformats.org/officeDocument/2006/relationships/tags" Target="../tags/tag418.xml"/><Relationship Id="rId2" Type="http://schemas.openxmlformats.org/officeDocument/2006/relationships/image" Target="../media/image3.png"/><Relationship Id="rId19" Type="http://schemas.openxmlformats.org/officeDocument/2006/relationships/tags" Target="../tags/tag417.xml"/><Relationship Id="rId18" Type="http://schemas.openxmlformats.org/officeDocument/2006/relationships/tags" Target="../tags/tag416.xml"/><Relationship Id="rId17" Type="http://schemas.openxmlformats.org/officeDocument/2006/relationships/tags" Target="../tags/tag415.xml"/><Relationship Id="rId16" Type="http://schemas.openxmlformats.org/officeDocument/2006/relationships/tags" Target="../tags/tag414.xml"/><Relationship Id="rId15" Type="http://schemas.openxmlformats.org/officeDocument/2006/relationships/tags" Target="../tags/tag413.xml"/><Relationship Id="rId14" Type="http://schemas.openxmlformats.org/officeDocument/2006/relationships/tags" Target="../tags/tag412.xml"/><Relationship Id="rId13" Type="http://schemas.openxmlformats.org/officeDocument/2006/relationships/tags" Target="../tags/tag411.xml"/><Relationship Id="rId12" Type="http://schemas.openxmlformats.org/officeDocument/2006/relationships/tags" Target="../tags/tag410.xml"/><Relationship Id="rId11" Type="http://schemas.openxmlformats.org/officeDocument/2006/relationships/tags" Target="../tags/tag409.xml"/><Relationship Id="rId10" Type="http://schemas.openxmlformats.org/officeDocument/2006/relationships/tags" Target="../tags/tag408.xml"/><Relationship Id="rId1" Type="http://schemas.openxmlformats.org/officeDocument/2006/relationships/tags" Target="../tags/tag40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ags" Target="../tags/tag424.xml"/><Relationship Id="rId4" Type="http://schemas.openxmlformats.org/officeDocument/2006/relationships/tags" Target="../tags/tag423.xml"/><Relationship Id="rId3" Type="http://schemas.openxmlformats.org/officeDocument/2006/relationships/tags" Target="../tags/tag422.xml"/><Relationship Id="rId2" Type="http://schemas.openxmlformats.org/officeDocument/2006/relationships/tags" Target="../tags/tag42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13备份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83210" y="166370"/>
            <a:ext cx="5297170" cy="36830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dist">
              <a:lnSpc>
                <a:spcPct val="110000"/>
              </a:lnSpc>
            </a:pPr>
            <a:r>
              <a:rPr lang="en-US" altLang="zh-CN">
                <a:solidFill>
                  <a:schemeClr val="dk1"/>
                </a:solidFill>
                <a:latin typeface="Arial Black" panose="020B0A04020102020204" pitchFamily="34" charset="0"/>
                <a:ea typeface="Source Han Sans CN Medium" panose="020B0500000000000000" charset="-122"/>
                <a:cs typeface="Arial Black" panose="020B0A04020102020204" pitchFamily="34" charset="0"/>
              </a:rPr>
              <a:t>202X.XX.XX</a:t>
            </a:r>
            <a:endParaRPr lang="en-US" altLang="zh-CN">
              <a:solidFill>
                <a:schemeClr val="dk1"/>
              </a:solidFill>
              <a:latin typeface="Arial Black" panose="020B0A04020102020204" pitchFamily="34" charset="0"/>
              <a:ea typeface="Source Han Sans CN Medium" panose="020B0500000000000000" charset="-122"/>
              <a:cs typeface="Arial Black" panose="020B0A04020102020204" pitchFamily="34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6735" y="5154295"/>
            <a:ext cx="5033645" cy="561340"/>
            <a:chOff x="989" y="7233"/>
            <a:chExt cx="7927" cy="884"/>
          </a:xfrm>
        </p:grpSpPr>
        <p:sp>
          <p:nvSpPr>
            <p:cNvPr id="18" name="圆角矩形 17"/>
            <p:cNvSpPr/>
            <p:nvPr>
              <p:custDataLst>
                <p:tags r:id="rId3"/>
              </p:custDataLst>
            </p:nvPr>
          </p:nvSpPr>
          <p:spPr>
            <a:xfrm>
              <a:off x="989" y="7233"/>
              <a:ext cx="7927" cy="884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990" y="7233"/>
              <a:ext cx="3877" cy="884"/>
            </a:xfrm>
            <a:prstGeom prst="roundRect">
              <a:avLst>
                <a:gd name="adj" fmla="val 50000"/>
              </a:avLst>
            </a:prstGeom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占位符 2"/>
            <p:cNvSpPr txBox="1"/>
            <p:nvPr>
              <p:custDataLst>
                <p:tags r:id="rId4"/>
              </p:custDataLst>
            </p:nvPr>
          </p:nvSpPr>
          <p:spPr>
            <a:xfrm>
              <a:off x="1371" y="7385"/>
              <a:ext cx="3292" cy="581"/>
            </a:xfrm>
            <a:prstGeom prst="rect">
              <a:avLst/>
            </a:prstGeom>
          </p:spPr>
          <p:txBody>
            <a:bodyPr vert="horz" lIns="91440" tIns="45720" rIns="91440" bIns="45720" rtlCol="0" anchor="ctr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Font typeface="Arial" panose="020B0604020202090204" pitchFamily="34" charset="0"/>
                <a:buNone/>
              </a:pPr>
              <a:r>
                <a:rPr lang="zh-CN" altLang="en-US" sz="1800" b="1" spc="300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</a:rPr>
                <a:t>汇报人：</a:t>
              </a:r>
              <a:r>
                <a:rPr lang="en-US" altLang="zh-CN" sz="1800" b="1" spc="300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</a:rPr>
                <a:t>XXX</a:t>
              </a:r>
              <a:endParaRPr lang="en-US" altLang="zh-CN" sz="1800" b="1" spc="300" dirty="0">
                <a:solidFill>
                  <a:schemeClr val="bg1"/>
                </a:solidFill>
                <a:latin typeface="Source Han Sans CN Bold" panose="020B0500000000000000" charset="-122"/>
                <a:ea typeface="Source Han Sans CN Bold" panose="020B0500000000000000" charset="-122"/>
              </a:endParaRPr>
            </a:p>
          </p:txBody>
        </p:sp>
        <p:sp>
          <p:nvSpPr>
            <p:cNvPr id="7" name="文本占位符 2"/>
            <p:cNvSpPr txBox="1"/>
            <p:nvPr>
              <p:custDataLst>
                <p:tags r:id="rId5"/>
              </p:custDataLst>
            </p:nvPr>
          </p:nvSpPr>
          <p:spPr>
            <a:xfrm>
              <a:off x="5267" y="7385"/>
              <a:ext cx="3292" cy="581"/>
            </a:xfrm>
            <a:prstGeom prst="rect">
              <a:avLst/>
            </a:prstGeom>
          </p:spPr>
          <p:txBody>
            <a:bodyPr vert="horz" lIns="91440" tIns="45720" rIns="91440" bIns="45720" rtlCol="0" anchor="ctr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Font typeface="Arial" panose="020B0604020202090204" pitchFamily="34" charset="0"/>
                <a:buNone/>
              </a:pPr>
              <a:r>
                <a:rPr lang="zh-CN" altLang="en-US" sz="1600" b="1" spc="300" dirty="0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</a:rPr>
                <a:t>汇报时间：</a:t>
              </a:r>
              <a:r>
                <a:rPr lang="en-US" altLang="zh-CN" sz="1600" b="1" spc="300" dirty="0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</a:rPr>
                <a:t>XXX</a:t>
              </a:r>
              <a:endParaRPr lang="en-US" altLang="zh-CN" sz="1600" b="1" spc="300" dirty="0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46735" y="1358265"/>
            <a:ext cx="6096000" cy="254698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p>
            <a:pPr algn="l">
              <a:lnSpc>
                <a:spcPct val="100000"/>
              </a:lnSpc>
            </a:pPr>
            <a:r>
              <a:rPr lang="en-US" altLang="zh-CN" sz="5400" b="1" dirty="0">
                <a:ln w="25400">
                  <a:noFill/>
                </a:ln>
                <a:solidFill>
                  <a:schemeClr val="tx2"/>
                </a:solidFill>
                <a:effectLst/>
                <a:latin typeface="Source Han Sans CN Heavy" panose="020B0500000000000000" charset="-122"/>
                <a:ea typeface="Source Han Sans CN Heavy" panose="020B0500000000000000" charset="-122"/>
                <a:cs typeface="+mn-ea"/>
                <a:sym typeface="+mn-lt"/>
              </a:rPr>
              <a:t>{{#}}</a:t>
            </a:r>
            <a:endParaRPr lang="en-US" altLang="zh-CN" sz="5400" b="1" dirty="0">
              <a:ln w="25400">
                <a:noFill/>
              </a:ln>
              <a:solidFill>
                <a:schemeClr val="tx2"/>
              </a:solidFill>
              <a:effectLst/>
              <a:latin typeface="Source Han Sans CN Heavy" panose="020B0500000000000000" charset="-122"/>
              <a:ea typeface="Source Han Sans CN Heavy" panose="020B0500000000000000" charset="-122"/>
              <a:cs typeface="+mn-ea"/>
              <a:sym typeface="+mn-lt"/>
            </a:endParaRPr>
          </a:p>
        </p:txBody>
      </p:sp>
      <p:pic>
        <p:nvPicPr>
          <p:cNvPr id="25" name="图片 24" descr="位图备份"/>
          <p:cNvPicPr>
            <a:picLocks noChangeAspect="1"/>
          </p:cNvPicPr>
          <p:nvPr/>
        </p:nvPicPr>
        <p:blipFill>
          <a:blip r:embed="rId6">
            <a:alphaModFix amt="19000"/>
          </a:blip>
          <a:stretch>
            <a:fillRect/>
          </a:stretch>
        </p:blipFill>
        <p:spPr>
          <a:xfrm>
            <a:off x="283210" y="5874385"/>
            <a:ext cx="671830" cy="13074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13备份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图片 13" descr="消防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1364615"/>
            <a:ext cx="1110615" cy="130683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idx="4294967295"/>
            <p:custDataLst>
              <p:tags r:id="rId3"/>
            </p:custDataLst>
          </p:nvPr>
        </p:nvSpPr>
        <p:spPr>
          <a:xfrm>
            <a:off x="491490" y="2348865"/>
            <a:ext cx="2229485" cy="989330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 algn="l"/>
            <a:r>
              <a:rPr lang="zh-CN" altLang="en-US" sz="6000" dirty="0">
                <a:solidFill>
                  <a:schemeClr val="accent1">
                    <a:lumMod val="75000"/>
                  </a:schemeClr>
                </a:solidFill>
                <a:latin typeface="Source Han Sans CN Bold" panose="020B0500000000000000" charset="-122"/>
                <a:ea typeface="Source Han Sans CN Bold" panose="020B0500000000000000" charset="-122"/>
              </a:rPr>
              <a:t>目录</a:t>
            </a:r>
            <a:endParaRPr lang="zh-CN" altLang="en-US" sz="6000" dirty="0">
              <a:solidFill>
                <a:schemeClr val="accent1">
                  <a:lumMod val="75000"/>
                </a:schemeClr>
              </a:solidFill>
              <a:latin typeface="Source Han Sans CN Bold" panose="020B0500000000000000" charset="-122"/>
              <a:ea typeface="Source Han Sans CN Bold" panose="020B0500000000000000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4592320" y="745490"/>
            <a:ext cx="5289550" cy="692150"/>
            <a:chOff x="7232" y="1174"/>
            <a:chExt cx="8330" cy="1090"/>
          </a:xfrm>
        </p:grpSpPr>
        <p:sp>
          <p:nvSpPr>
            <p:cNvPr id="20" name="圆角矩形 19"/>
            <p:cNvSpPr/>
            <p:nvPr>
              <p:custDataLst>
                <p:tags r:id="rId4"/>
              </p:custDataLst>
            </p:nvPr>
          </p:nvSpPr>
          <p:spPr>
            <a:xfrm>
              <a:off x="7232" y="1265"/>
              <a:ext cx="2567" cy="88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7232" y="1174"/>
              <a:ext cx="8330" cy="1091"/>
              <a:chOff x="8608" y="1912"/>
              <a:chExt cx="7100" cy="1091"/>
            </a:xfrm>
          </p:grpSpPr>
          <p:sp>
            <p:nvSpPr>
              <p:cNvPr id="40" name="文本框 3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608" y="1912"/>
                <a:ext cx="1146" cy="109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2800" b="1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</a:rPr>
                  <a:t>01</a:t>
                </a:r>
                <a:endParaRPr kumimoji="1" lang="en-US" altLang="zh-CN" sz="2800" b="1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</a:endParaRPr>
              </a:p>
            </p:txBody>
          </p:sp>
          <p:sp>
            <p:nvSpPr>
              <p:cNvPr id="41" name="矩形 40"/>
              <p:cNvSpPr/>
              <p:nvPr>
                <p:custDataLst>
                  <p:tags r:id="rId6"/>
                </p:custDataLst>
              </p:nvPr>
            </p:nvSpPr>
            <p:spPr>
              <a:xfrm>
                <a:off x="10067" y="2028"/>
                <a:ext cx="5641" cy="8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2000" b="1" dirty="0">
                    <a:solidFill>
                      <a:schemeClr val="dk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{{##}}</a:t>
                </a:r>
                <a:endParaRPr kumimoji="1" lang="zh-CN" altLang="en-US" sz="2000" b="1" dirty="0">
                  <a:solidFill>
                    <a:schemeClr val="dk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endParaRPr>
              </a:p>
            </p:txBody>
          </p:sp>
        </p:grpSp>
      </p:grpSp>
      <p:sp>
        <p:nvSpPr>
          <p:cNvPr id="82" name="文本框 81"/>
          <p:cNvSpPr txBox="1"/>
          <p:nvPr>
            <p:custDataLst>
              <p:tags r:id="rId7"/>
            </p:custDataLst>
          </p:nvPr>
        </p:nvSpPr>
        <p:spPr>
          <a:xfrm>
            <a:off x="491490" y="3338195"/>
            <a:ext cx="3241675" cy="628015"/>
          </a:xfrm>
          <a:prstGeom prst="rect">
            <a:avLst/>
          </a:prstGeom>
          <a:noFill/>
        </p:spPr>
        <p:txBody>
          <a:bodyPr vert="horz" wrap="square" rtlCol="0" anchor="ctr" anchorCtr="0">
            <a:normAutofit/>
          </a:bodyPr>
          <a:p>
            <a:pPr algn="dist" fontAlgn="auto">
              <a:lnSpc>
                <a:spcPct val="100000"/>
              </a:lnSpc>
            </a:pPr>
            <a:r>
              <a:rPr lang="zh-CN" altLang="en-US" sz="2800" b="1" cap="all">
                <a:solidFill>
                  <a:schemeClr val="accent2">
                    <a:alpha val="13000"/>
                  </a:schemeClr>
                </a:solidFill>
                <a:uFillTx/>
                <a:latin typeface="Source Han Sans CN Bold" panose="020B0500000000000000" charset="-122"/>
                <a:ea typeface="Source Han Sans CN Bold" panose="020B0500000000000000" charset="-122"/>
              </a:rPr>
              <a:t>Contents</a:t>
            </a:r>
            <a:endParaRPr lang="zh-CN" altLang="en-US" sz="2800" b="1" cap="all">
              <a:solidFill>
                <a:schemeClr val="accent2">
                  <a:alpha val="13000"/>
                </a:schemeClr>
              </a:solidFill>
              <a:uFillTx/>
              <a:latin typeface="Source Han Sans CN Bold" panose="020B0500000000000000" charset="-122"/>
              <a:ea typeface="Source Han Sans CN Bold" panose="020B0500000000000000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4592320" y="1878965"/>
            <a:ext cx="5289550" cy="692150"/>
            <a:chOff x="7232" y="2959"/>
            <a:chExt cx="8330" cy="1090"/>
          </a:xfrm>
        </p:grpSpPr>
        <p:sp>
          <p:nvSpPr>
            <p:cNvPr id="22" name="圆角矩形 21"/>
            <p:cNvSpPr/>
            <p:nvPr>
              <p:custDataLst>
                <p:tags r:id="rId8"/>
              </p:custDataLst>
            </p:nvPr>
          </p:nvSpPr>
          <p:spPr>
            <a:xfrm>
              <a:off x="7232" y="3011"/>
              <a:ext cx="2567" cy="88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7232" y="2959"/>
              <a:ext cx="8330" cy="1091"/>
              <a:chOff x="8608" y="1912"/>
              <a:chExt cx="7100" cy="1091"/>
            </a:xfrm>
          </p:grpSpPr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8608" y="1912"/>
                <a:ext cx="1146" cy="109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2800" b="1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</a:rPr>
                  <a:t>02</a:t>
                </a:r>
                <a:endParaRPr kumimoji="1" lang="en-US" altLang="zh-CN" sz="2800" b="1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</a:endParaRPr>
              </a:p>
            </p:txBody>
          </p:sp>
          <p:sp>
            <p:nvSpPr>
              <p:cNvPr id="19" name="矩形 1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0067" y="2028"/>
                <a:ext cx="5641" cy="8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2000" b="1" dirty="0">
                    <a:solidFill>
                      <a:schemeClr val="dk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{{##}}</a:t>
                </a:r>
                <a:endParaRPr kumimoji="1" lang="zh-CN" altLang="en-US" sz="2000" b="1" dirty="0">
                  <a:solidFill>
                    <a:schemeClr val="dk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endParaRP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4592320" y="3012440"/>
            <a:ext cx="5289550" cy="692150"/>
            <a:chOff x="7232" y="4744"/>
            <a:chExt cx="8330" cy="1090"/>
          </a:xfrm>
        </p:grpSpPr>
        <p:sp>
          <p:nvSpPr>
            <p:cNvPr id="23" name="圆角矩形 22"/>
            <p:cNvSpPr/>
            <p:nvPr>
              <p:custDataLst>
                <p:tags r:id="rId11"/>
              </p:custDataLst>
            </p:nvPr>
          </p:nvSpPr>
          <p:spPr>
            <a:xfrm>
              <a:off x="7232" y="4805"/>
              <a:ext cx="2567" cy="88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7232" y="4744"/>
              <a:ext cx="8330" cy="1091"/>
              <a:chOff x="8608" y="1912"/>
              <a:chExt cx="7100" cy="1091"/>
            </a:xfrm>
          </p:grpSpPr>
          <p:sp>
            <p:nvSpPr>
              <p:cNvPr id="26" name="文本框 25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8608" y="1912"/>
                <a:ext cx="1146" cy="109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2800" b="1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</a:rPr>
                  <a:t>03</a:t>
                </a:r>
                <a:endParaRPr kumimoji="1" lang="en-US" altLang="zh-CN" sz="2800" b="1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</a:endParaRPr>
              </a:p>
            </p:txBody>
          </p:sp>
          <p:sp>
            <p:nvSpPr>
              <p:cNvPr id="27" name="矩形 26"/>
              <p:cNvSpPr/>
              <p:nvPr>
                <p:custDataLst>
                  <p:tags r:id="rId13"/>
                </p:custDataLst>
              </p:nvPr>
            </p:nvSpPr>
            <p:spPr>
              <a:xfrm>
                <a:off x="10067" y="2028"/>
                <a:ext cx="5641" cy="8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2000" b="1" dirty="0">
                    <a:solidFill>
                      <a:schemeClr val="dk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{{##}}</a:t>
                </a:r>
                <a:endParaRPr kumimoji="1" lang="zh-CN" altLang="en-US" sz="2000" b="1" dirty="0">
                  <a:solidFill>
                    <a:schemeClr val="dk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endParaRP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4584700" y="4145915"/>
            <a:ext cx="5289550" cy="692150"/>
            <a:chOff x="7220" y="6529"/>
            <a:chExt cx="8330" cy="1090"/>
          </a:xfrm>
        </p:grpSpPr>
        <p:sp>
          <p:nvSpPr>
            <p:cNvPr id="24" name="圆角矩形 23"/>
            <p:cNvSpPr/>
            <p:nvPr>
              <p:custDataLst>
                <p:tags r:id="rId14"/>
              </p:custDataLst>
            </p:nvPr>
          </p:nvSpPr>
          <p:spPr>
            <a:xfrm>
              <a:off x="7232" y="6615"/>
              <a:ext cx="2567" cy="88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7220" y="6529"/>
              <a:ext cx="8330" cy="1091"/>
              <a:chOff x="8608" y="1912"/>
              <a:chExt cx="7100" cy="1091"/>
            </a:xfrm>
          </p:grpSpPr>
          <p:sp>
            <p:nvSpPr>
              <p:cNvPr id="30" name="文本框 29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8608" y="1912"/>
                <a:ext cx="1146" cy="109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2800" b="1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</a:rPr>
                  <a:t>04</a:t>
                </a:r>
                <a:endParaRPr kumimoji="1" lang="en-US" altLang="zh-CN" sz="2800" b="1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</a:endParaRPr>
              </a:p>
            </p:txBody>
          </p:sp>
          <p:sp>
            <p:nvSpPr>
              <p:cNvPr id="31" name="矩形 30"/>
              <p:cNvSpPr/>
              <p:nvPr>
                <p:custDataLst>
                  <p:tags r:id="rId16"/>
                </p:custDataLst>
              </p:nvPr>
            </p:nvSpPr>
            <p:spPr>
              <a:xfrm>
                <a:off x="10067" y="2028"/>
                <a:ext cx="5641" cy="8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2000" b="1" dirty="0">
                    <a:solidFill>
                      <a:schemeClr val="dk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{{##}}</a:t>
                </a:r>
                <a:endParaRPr kumimoji="1" lang="zh-CN" altLang="en-US" sz="2000" b="1" dirty="0">
                  <a:solidFill>
                    <a:schemeClr val="dk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endParaRPr>
              </a:p>
            </p:txBody>
          </p:sp>
        </p:grpSp>
      </p:grpSp>
      <p:grpSp>
        <p:nvGrpSpPr>
          <p:cNvPr id="32" name="组合 31"/>
          <p:cNvGrpSpPr/>
          <p:nvPr/>
        </p:nvGrpSpPr>
        <p:grpSpPr>
          <a:xfrm>
            <a:off x="4592320" y="5200650"/>
            <a:ext cx="5289550" cy="692150"/>
            <a:chOff x="7232" y="8190"/>
            <a:chExt cx="8330" cy="1090"/>
          </a:xfrm>
        </p:grpSpPr>
        <p:sp>
          <p:nvSpPr>
            <p:cNvPr id="28" name="圆角矩形 27"/>
            <p:cNvSpPr/>
            <p:nvPr>
              <p:custDataLst>
                <p:tags r:id="rId17"/>
              </p:custDataLst>
            </p:nvPr>
          </p:nvSpPr>
          <p:spPr>
            <a:xfrm>
              <a:off x="7232" y="8249"/>
              <a:ext cx="2567" cy="88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7232" y="8190"/>
              <a:ext cx="8330" cy="1091"/>
              <a:chOff x="8608" y="1912"/>
              <a:chExt cx="7100" cy="1091"/>
            </a:xfrm>
          </p:grpSpPr>
          <p:sp>
            <p:nvSpPr>
              <p:cNvPr id="13" name="文本框 12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8608" y="1912"/>
                <a:ext cx="1146" cy="109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2800" b="1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</a:rPr>
                  <a:t>05</a:t>
                </a:r>
                <a:endParaRPr kumimoji="1" lang="en-US" altLang="zh-CN" sz="2800" b="1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</a:endParaRPr>
              </a:p>
            </p:txBody>
          </p:sp>
          <p:sp>
            <p:nvSpPr>
              <p:cNvPr id="16" name="矩形 15"/>
              <p:cNvSpPr/>
              <p:nvPr>
                <p:custDataLst>
                  <p:tags r:id="rId19"/>
                </p:custDataLst>
              </p:nvPr>
            </p:nvSpPr>
            <p:spPr>
              <a:xfrm>
                <a:off x="10067" y="2028"/>
                <a:ext cx="5641" cy="8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2000" b="1" dirty="0">
                    <a:solidFill>
                      <a:schemeClr val="dk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{{##}}</a:t>
                </a:r>
                <a:endParaRPr kumimoji="1" lang="zh-CN" altLang="en-US" sz="2000" b="1" dirty="0">
                  <a:solidFill>
                    <a:schemeClr val="dk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endParaRPr>
              </a:p>
            </p:txBody>
          </p:sp>
        </p:grpSp>
      </p:grpSp>
      <p:pic>
        <p:nvPicPr>
          <p:cNvPr id="8" name="图片 7" descr="位图备份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alphaModFix amt="19000"/>
          </a:blip>
          <a:stretch>
            <a:fillRect/>
          </a:stretch>
        </p:blipFill>
        <p:spPr>
          <a:xfrm>
            <a:off x="1682750" y="5200650"/>
            <a:ext cx="671830" cy="1307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13备份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图片 13" descr="消防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1364615"/>
            <a:ext cx="1110615" cy="130683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idx="4294967295"/>
            <p:custDataLst>
              <p:tags r:id="rId3"/>
            </p:custDataLst>
          </p:nvPr>
        </p:nvSpPr>
        <p:spPr>
          <a:xfrm>
            <a:off x="491490" y="2348865"/>
            <a:ext cx="2229485" cy="989330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 algn="l"/>
            <a:r>
              <a:rPr lang="zh-CN" altLang="en-US" sz="6000" dirty="0">
                <a:solidFill>
                  <a:schemeClr val="accent1">
                    <a:lumMod val="75000"/>
                  </a:schemeClr>
                </a:solidFill>
                <a:latin typeface="Source Han Sans CN Bold" panose="020B0500000000000000" charset="-122"/>
                <a:ea typeface="Source Han Sans CN Bold" panose="020B0500000000000000" charset="-122"/>
              </a:rPr>
              <a:t>目录</a:t>
            </a:r>
            <a:endParaRPr lang="zh-CN" altLang="en-US" sz="6000" dirty="0">
              <a:solidFill>
                <a:schemeClr val="accent1">
                  <a:lumMod val="75000"/>
                </a:schemeClr>
              </a:solidFill>
              <a:latin typeface="Source Han Sans CN Bold" panose="020B0500000000000000" charset="-122"/>
              <a:ea typeface="Source Han Sans CN Bold" panose="020B0500000000000000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4592320" y="745490"/>
            <a:ext cx="5289550" cy="692150"/>
            <a:chOff x="7232" y="1174"/>
            <a:chExt cx="8330" cy="1090"/>
          </a:xfrm>
        </p:grpSpPr>
        <p:sp>
          <p:nvSpPr>
            <p:cNvPr id="20" name="圆角矩形 19"/>
            <p:cNvSpPr/>
            <p:nvPr>
              <p:custDataLst>
                <p:tags r:id="rId4"/>
              </p:custDataLst>
            </p:nvPr>
          </p:nvSpPr>
          <p:spPr>
            <a:xfrm>
              <a:off x="7232" y="1265"/>
              <a:ext cx="2567" cy="88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7232" y="1174"/>
              <a:ext cx="8330" cy="1091"/>
              <a:chOff x="8608" y="1912"/>
              <a:chExt cx="7100" cy="1091"/>
            </a:xfrm>
          </p:grpSpPr>
          <p:sp>
            <p:nvSpPr>
              <p:cNvPr id="40" name="文本框 3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608" y="1912"/>
                <a:ext cx="1146" cy="109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2800" b="1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</a:rPr>
                  <a:t>01</a:t>
                </a:r>
                <a:endParaRPr kumimoji="1" lang="en-US" altLang="zh-CN" sz="2800" b="1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</a:endParaRPr>
              </a:p>
            </p:txBody>
          </p:sp>
          <p:sp>
            <p:nvSpPr>
              <p:cNvPr id="41" name="矩形 40"/>
              <p:cNvSpPr/>
              <p:nvPr>
                <p:custDataLst>
                  <p:tags r:id="rId6"/>
                </p:custDataLst>
              </p:nvPr>
            </p:nvSpPr>
            <p:spPr>
              <a:xfrm>
                <a:off x="10067" y="2028"/>
                <a:ext cx="5641" cy="8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2000" b="1" dirty="0">
                    <a:solidFill>
                      <a:schemeClr val="dk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{{##}}</a:t>
                </a:r>
                <a:endParaRPr kumimoji="1" lang="zh-CN" altLang="en-US" sz="2000" b="1" dirty="0">
                  <a:solidFill>
                    <a:schemeClr val="dk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endParaRPr>
              </a:p>
            </p:txBody>
          </p:sp>
        </p:grpSp>
      </p:grpSp>
      <p:sp>
        <p:nvSpPr>
          <p:cNvPr id="82" name="文本框 81"/>
          <p:cNvSpPr txBox="1"/>
          <p:nvPr>
            <p:custDataLst>
              <p:tags r:id="rId7"/>
            </p:custDataLst>
          </p:nvPr>
        </p:nvSpPr>
        <p:spPr>
          <a:xfrm>
            <a:off x="491490" y="3338195"/>
            <a:ext cx="3241675" cy="628015"/>
          </a:xfrm>
          <a:prstGeom prst="rect">
            <a:avLst/>
          </a:prstGeom>
          <a:noFill/>
        </p:spPr>
        <p:txBody>
          <a:bodyPr vert="horz" wrap="square" rtlCol="0" anchor="ctr" anchorCtr="0">
            <a:normAutofit/>
          </a:bodyPr>
          <a:p>
            <a:pPr algn="dist" fontAlgn="auto">
              <a:lnSpc>
                <a:spcPct val="100000"/>
              </a:lnSpc>
            </a:pPr>
            <a:r>
              <a:rPr lang="zh-CN" altLang="en-US" sz="2800" b="1" cap="all">
                <a:solidFill>
                  <a:schemeClr val="accent2">
                    <a:alpha val="13000"/>
                  </a:schemeClr>
                </a:solidFill>
                <a:uFillTx/>
                <a:latin typeface="Source Han Sans CN Bold" panose="020B0500000000000000" charset="-122"/>
                <a:ea typeface="Source Han Sans CN Bold" panose="020B0500000000000000" charset="-122"/>
              </a:rPr>
              <a:t>Contents</a:t>
            </a:r>
            <a:endParaRPr lang="zh-CN" altLang="en-US" sz="2800" b="1" cap="all">
              <a:solidFill>
                <a:schemeClr val="accent2">
                  <a:alpha val="13000"/>
                </a:schemeClr>
              </a:solidFill>
              <a:uFillTx/>
              <a:latin typeface="Source Han Sans CN Bold" panose="020B0500000000000000" charset="-122"/>
              <a:ea typeface="Source Han Sans CN Bold" panose="020B0500000000000000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4592320" y="2085340"/>
            <a:ext cx="5289550" cy="692150"/>
            <a:chOff x="7232" y="2959"/>
            <a:chExt cx="8330" cy="1090"/>
          </a:xfrm>
        </p:grpSpPr>
        <p:sp>
          <p:nvSpPr>
            <p:cNvPr id="22" name="圆角矩形 21"/>
            <p:cNvSpPr/>
            <p:nvPr>
              <p:custDataLst>
                <p:tags r:id="rId8"/>
              </p:custDataLst>
            </p:nvPr>
          </p:nvSpPr>
          <p:spPr>
            <a:xfrm>
              <a:off x="7232" y="3011"/>
              <a:ext cx="2567" cy="88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7232" y="2959"/>
              <a:ext cx="8330" cy="1091"/>
              <a:chOff x="8608" y="1912"/>
              <a:chExt cx="7100" cy="1091"/>
            </a:xfrm>
          </p:grpSpPr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8608" y="1912"/>
                <a:ext cx="1146" cy="109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2800" b="1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</a:rPr>
                  <a:t>02</a:t>
                </a:r>
                <a:endParaRPr kumimoji="1" lang="en-US" altLang="zh-CN" sz="2800" b="1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</a:endParaRPr>
              </a:p>
            </p:txBody>
          </p:sp>
          <p:sp>
            <p:nvSpPr>
              <p:cNvPr id="19" name="矩形 1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0067" y="2028"/>
                <a:ext cx="5641" cy="8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2000" b="1" dirty="0">
                    <a:solidFill>
                      <a:schemeClr val="dk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{{##}}</a:t>
                </a:r>
                <a:endParaRPr kumimoji="1" lang="zh-CN" altLang="en-US" sz="2000" b="1" dirty="0">
                  <a:solidFill>
                    <a:schemeClr val="dk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endParaRP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4592320" y="3425190"/>
            <a:ext cx="5289550" cy="692150"/>
            <a:chOff x="7232" y="4744"/>
            <a:chExt cx="8330" cy="1090"/>
          </a:xfrm>
        </p:grpSpPr>
        <p:sp>
          <p:nvSpPr>
            <p:cNvPr id="23" name="圆角矩形 22"/>
            <p:cNvSpPr/>
            <p:nvPr>
              <p:custDataLst>
                <p:tags r:id="rId11"/>
              </p:custDataLst>
            </p:nvPr>
          </p:nvSpPr>
          <p:spPr>
            <a:xfrm>
              <a:off x="7232" y="4805"/>
              <a:ext cx="2567" cy="88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7232" y="4744"/>
              <a:ext cx="8330" cy="1091"/>
              <a:chOff x="8608" y="1912"/>
              <a:chExt cx="7100" cy="1091"/>
            </a:xfrm>
          </p:grpSpPr>
          <p:sp>
            <p:nvSpPr>
              <p:cNvPr id="26" name="文本框 25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8608" y="1912"/>
                <a:ext cx="1146" cy="109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2800" b="1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</a:rPr>
                  <a:t>03</a:t>
                </a:r>
                <a:endParaRPr kumimoji="1" lang="en-US" altLang="zh-CN" sz="2800" b="1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</a:endParaRPr>
              </a:p>
            </p:txBody>
          </p:sp>
          <p:sp>
            <p:nvSpPr>
              <p:cNvPr id="27" name="矩形 26"/>
              <p:cNvSpPr/>
              <p:nvPr>
                <p:custDataLst>
                  <p:tags r:id="rId13"/>
                </p:custDataLst>
              </p:nvPr>
            </p:nvSpPr>
            <p:spPr>
              <a:xfrm>
                <a:off x="10067" y="2028"/>
                <a:ext cx="5641" cy="8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2000" b="1" dirty="0">
                    <a:solidFill>
                      <a:schemeClr val="dk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{{##}}</a:t>
                </a:r>
                <a:endParaRPr kumimoji="1" lang="zh-CN" altLang="en-US" sz="2000" b="1" dirty="0">
                  <a:solidFill>
                    <a:schemeClr val="dk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endParaRP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4584700" y="4765040"/>
            <a:ext cx="5289550" cy="692150"/>
            <a:chOff x="7220" y="6529"/>
            <a:chExt cx="8330" cy="1090"/>
          </a:xfrm>
        </p:grpSpPr>
        <p:sp>
          <p:nvSpPr>
            <p:cNvPr id="24" name="圆角矩形 23"/>
            <p:cNvSpPr/>
            <p:nvPr>
              <p:custDataLst>
                <p:tags r:id="rId14"/>
              </p:custDataLst>
            </p:nvPr>
          </p:nvSpPr>
          <p:spPr>
            <a:xfrm>
              <a:off x="7232" y="6615"/>
              <a:ext cx="2567" cy="88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7220" y="6529"/>
              <a:ext cx="8330" cy="1091"/>
              <a:chOff x="8608" y="1912"/>
              <a:chExt cx="7100" cy="1091"/>
            </a:xfrm>
          </p:grpSpPr>
          <p:sp>
            <p:nvSpPr>
              <p:cNvPr id="30" name="文本框 29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8608" y="1912"/>
                <a:ext cx="1146" cy="109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2800" b="1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</a:rPr>
                  <a:t>04</a:t>
                </a:r>
                <a:endParaRPr kumimoji="1" lang="en-US" altLang="zh-CN" sz="2800" b="1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</a:endParaRPr>
              </a:p>
            </p:txBody>
          </p:sp>
          <p:sp>
            <p:nvSpPr>
              <p:cNvPr id="31" name="矩形 30"/>
              <p:cNvSpPr/>
              <p:nvPr>
                <p:custDataLst>
                  <p:tags r:id="rId16"/>
                </p:custDataLst>
              </p:nvPr>
            </p:nvSpPr>
            <p:spPr>
              <a:xfrm>
                <a:off x="10067" y="2028"/>
                <a:ext cx="5641" cy="8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2000" b="1" dirty="0">
                    <a:solidFill>
                      <a:schemeClr val="dk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{{##}}</a:t>
                </a:r>
                <a:endParaRPr kumimoji="1" lang="zh-CN" altLang="en-US" sz="2000" b="1" dirty="0">
                  <a:solidFill>
                    <a:schemeClr val="dk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endParaRPr>
              </a:p>
            </p:txBody>
          </p:sp>
        </p:grpSp>
      </p:grpSp>
      <p:pic>
        <p:nvPicPr>
          <p:cNvPr id="8" name="图片 7" descr="位图备份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alphaModFix amt="19000"/>
          </a:blip>
          <a:stretch>
            <a:fillRect/>
          </a:stretch>
        </p:blipFill>
        <p:spPr>
          <a:xfrm>
            <a:off x="1682750" y="5200650"/>
            <a:ext cx="671830" cy="1307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13备份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图片 13" descr="消防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1364615"/>
            <a:ext cx="1110615" cy="130683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idx="4294967295"/>
            <p:custDataLst>
              <p:tags r:id="rId3"/>
            </p:custDataLst>
          </p:nvPr>
        </p:nvSpPr>
        <p:spPr>
          <a:xfrm>
            <a:off x="491490" y="2348865"/>
            <a:ext cx="2229485" cy="989330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 algn="l"/>
            <a:r>
              <a:rPr lang="zh-CN" altLang="en-US" sz="6000" dirty="0">
                <a:solidFill>
                  <a:schemeClr val="accent1">
                    <a:lumMod val="75000"/>
                  </a:schemeClr>
                </a:solidFill>
                <a:latin typeface="Source Han Sans CN Bold" panose="020B0500000000000000" charset="-122"/>
                <a:ea typeface="Source Han Sans CN Bold" panose="020B0500000000000000" charset="-122"/>
              </a:rPr>
              <a:t>目录</a:t>
            </a:r>
            <a:endParaRPr lang="zh-CN" altLang="en-US" sz="6000" dirty="0">
              <a:solidFill>
                <a:schemeClr val="accent1">
                  <a:lumMod val="75000"/>
                </a:schemeClr>
              </a:solidFill>
              <a:latin typeface="Source Han Sans CN Bold" panose="020B0500000000000000" charset="-122"/>
              <a:ea typeface="Source Han Sans CN Bold" panose="020B0500000000000000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4592320" y="1145540"/>
            <a:ext cx="5289550" cy="692150"/>
            <a:chOff x="7232" y="1174"/>
            <a:chExt cx="8330" cy="1090"/>
          </a:xfrm>
        </p:grpSpPr>
        <p:sp>
          <p:nvSpPr>
            <p:cNvPr id="20" name="圆角矩形 19"/>
            <p:cNvSpPr/>
            <p:nvPr>
              <p:custDataLst>
                <p:tags r:id="rId4"/>
              </p:custDataLst>
            </p:nvPr>
          </p:nvSpPr>
          <p:spPr>
            <a:xfrm>
              <a:off x="7232" y="1265"/>
              <a:ext cx="2567" cy="88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7232" y="1174"/>
              <a:ext cx="8330" cy="1091"/>
              <a:chOff x="8608" y="1912"/>
              <a:chExt cx="7100" cy="1091"/>
            </a:xfrm>
          </p:grpSpPr>
          <p:sp>
            <p:nvSpPr>
              <p:cNvPr id="40" name="文本框 3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608" y="1912"/>
                <a:ext cx="1146" cy="109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2800" b="1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</a:rPr>
                  <a:t>01</a:t>
                </a:r>
                <a:endParaRPr kumimoji="1" lang="en-US" altLang="zh-CN" sz="2800" b="1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</a:endParaRPr>
              </a:p>
            </p:txBody>
          </p:sp>
          <p:sp>
            <p:nvSpPr>
              <p:cNvPr id="41" name="矩形 40"/>
              <p:cNvSpPr/>
              <p:nvPr>
                <p:custDataLst>
                  <p:tags r:id="rId6"/>
                </p:custDataLst>
              </p:nvPr>
            </p:nvSpPr>
            <p:spPr>
              <a:xfrm>
                <a:off x="10067" y="2028"/>
                <a:ext cx="5641" cy="8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2000" b="1" dirty="0">
                    <a:solidFill>
                      <a:schemeClr val="dk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{{##}}</a:t>
                </a:r>
                <a:endParaRPr kumimoji="1" lang="zh-CN" altLang="en-US" sz="2000" b="1" dirty="0">
                  <a:solidFill>
                    <a:schemeClr val="dk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endParaRPr>
              </a:p>
            </p:txBody>
          </p:sp>
        </p:grpSp>
      </p:grpSp>
      <p:sp>
        <p:nvSpPr>
          <p:cNvPr id="82" name="文本框 81"/>
          <p:cNvSpPr txBox="1"/>
          <p:nvPr>
            <p:custDataLst>
              <p:tags r:id="rId7"/>
            </p:custDataLst>
          </p:nvPr>
        </p:nvSpPr>
        <p:spPr>
          <a:xfrm>
            <a:off x="491490" y="3338195"/>
            <a:ext cx="3241675" cy="628015"/>
          </a:xfrm>
          <a:prstGeom prst="rect">
            <a:avLst/>
          </a:prstGeom>
          <a:noFill/>
        </p:spPr>
        <p:txBody>
          <a:bodyPr vert="horz" wrap="square" rtlCol="0" anchor="ctr" anchorCtr="0">
            <a:normAutofit/>
          </a:bodyPr>
          <a:p>
            <a:pPr algn="dist" fontAlgn="auto">
              <a:lnSpc>
                <a:spcPct val="100000"/>
              </a:lnSpc>
            </a:pPr>
            <a:r>
              <a:rPr lang="zh-CN" altLang="en-US" sz="2800" b="1" cap="all">
                <a:solidFill>
                  <a:schemeClr val="accent2">
                    <a:alpha val="13000"/>
                  </a:schemeClr>
                </a:solidFill>
                <a:uFillTx/>
                <a:latin typeface="Source Han Sans CN Bold" panose="020B0500000000000000" charset="-122"/>
                <a:ea typeface="Source Han Sans CN Bold" panose="020B0500000000000000" charset="-122"/>
              </a:rPr>
              <a:t>Contents</a:t>
            </a:r>
            <a:endParaRPr lang="zh-CN" altLang="en-US" sz="2800" b="1" cap="all">
              <a:solidFill>
                <a:schemeClr val="accent2">
                  <a:alpha val="13000"/>
                </a:schemeClr>
              </a:solidFill>
              <a:uFillTx/>
              <a:latin typeface="Source Han Sans CN Bold" panose="020B0500000000000000" charset="-122"/>
              <a:ea typeface="Source Han Sans CN Bold" panose="020B0500000000000000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4592320" y="2932430"/>
            <a:ext cx="5289550" cy="692150"/>
            <a:chOff x="7232" y="2959"/>
            <a:chExt cx="8330" cy="1090"/>
          </a:xfrm>
        </p:grpSpPr>
        <p:sp>
          <p:nvSpPr>
            <p:cNvPr id="22" name="圆角矩形 21"/>
            <p:cNvSpPr/>
            <p:nvPr>
              <p:custDataLst>
                <p:tags r:id="rId8"/>
              </p:custDataLst>
            </p:nvPr>
          </p:nvSpPr>
          <p:spPr>
            <a:xfrm>
              <a:off x="7232" y="3011"/>
              <a:ext cx="2567" cy="88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7232" y="2959"/>
              <a:ext cx="8330" cy="1091"/>
              <a:chOff x="8608" y="1912"/>
              <a:chExt cx="7100" cy="1091"/>
            </a:xfrm>
          </p:grpSpPr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8608" y="1912"/>
                <a:ext cx="1146" cy="109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2800" b="1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</a:rPr>
                  <a:t>02</a:t>
                </a:r>
                <a:endParaRPr kumimoji="1" lang="en-US" altLang="zh-CN" sz="2800" b="1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</a:endParaRPr>
              </a:p>
            </p:txBody>
          </p:sp>
          <p:sp>
            <p:nvSpPr>
              <p:cNvPr id="19" name="矩形 1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0067" y="2028"/>
                <a:ext cx="5641" cy="8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2000" b="1" dirty="0">
                    <a:solidFill>
                      <a:schemeClr val="dk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{{##}}</a:t>
                </a:r>
                <a:endParaRPr kumimoji="1" lang="zh-CN" altLang="en-US" sz="2000" b="1" dirty="0">
                  <a:solidFill>
                    <a:schemeClr val="dk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endParaRP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4592320" y="4719320"/>
            <a:ext cx="5289550" cy="692150"/>
            <a:chOff x="7232" y="4744"/>
            <a:chExt cx="8330" cy="1090"/>
          </a:xfrm>
        </p:grpSpPr>
        <p:sp>
          <p:nvSpPr>
            <p:cNvPr id="23" name="圆角矩形 22"/>
            <p:cNvSpPr/>
            <p:nvPr>
              <p:custDataLst>
                <p:tags r:id="rId11"/>
              </p:custDataLst>
            </p:nvPr>
          </p:nvSpPr>
          <p:spPr>
            <a:xfrm>
              <a:off x="7232" y="4805"/>
              <a:ext cx="2567" cy="88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7232" y="4744"/>
              <a:ext cx="8330" cy="1091"/>
              <a:chOff x="8608" y="1912"/>
              <a:chExt cx="7100" cy="1091"/>
            </a:xfrm>
          </p:grpSpPr>
          <p:sp>
            <p:nvSpPr>
              <p:cNvPr id="26" name="文本框 25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8608" y="1912"/>
                <a:ext cx="1146" cy="109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2800" b="1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</a:rPr>
                  <a:t>03</a:t>
                </a:r>
                <a:endParaRPr kumimoji="1" lang="en-US" altLang="zh-CN" sz="2800" b="1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</a:endParaRPr>
              </a:p>
            </p:txBody>
          </p:sp>
          <p:sp>
            <p:nvSpPr>
              <p:cNvPr id="27" name="矩形 26"/>
              <p:cNvSpPr/>
              <p:nvPr>
                <p:custDataLst>
                  <p:tags r:id="rId13"/>
                </p:custDataLst>
              </p:nvPr>
            </p:nvSpPr>
            <p:spPr>
              <a:xfrm>
                <a:off x="10067" y="2028"/>
                <a:ext cx="5641" cy="8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2000" b="1" dirty="0">
                    <a:solidFill>
                      <a:schemeClr val="dk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{{##}}</a:t>
                </a:r>
                <a:endParaRPr kumimoji="1" lang="zh-CN" altLang="en-US" sz="2000" b="1" dirty="0">
                  <a:solidFill>
                    <a:schemeClr val="dk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endParaRPr>
              </a:p>
            </p:txBody>
          </p:sp>
        </p:grpSp>
      </p:grpSp>
      <p:pic>
        <p:nvPicPr>
          <p:cNvPr id="8" name="图片 7" descr="位图备份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alphaModFix amt="19000"/>
          </a:blip>
          <a:stretch>
            <a:fillRect/>
          </a:stretch>
        </p:blipFill>
        <p:spPr>
          <a:xfrm>
            <a:off x="1682750" y="5200650"/>
            <a:ext cx="671830" cy="1307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13备份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图片 13" descr="消防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1364615"/>
            <a:ext cx="1110615" cy="130683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idx="4294967295"/>
            <p:custDataLst>
              <p:tags r:id="rId3"/>
            </p:custDataLst>
          </p:nvPr>
        </p:nvSpPr>
        <p:spPr>
          <a:xfrm>
            <a:off x="491490" y="2348865"/>
            <a:ext cx="2229485" cy="989330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 algn="l"/>
            <a:r>
              <a:rPr lang="zh-CN" altLang="en-US" sz="6000" dirty="0">
                <a:solidFill>
                  <a:schemeClr val="accent1">
                    <a:lumMod val="75000"/>
                  </a:schemeClr>
                </a:solidFill>
                <a:latin typeface="Source Han Sans CN Bold" panose="020B0500000000000000" charset="-122"/>
                <a:ea typeface="Source Han Sans CN Bold" panose="020B0500000000000000" charset="-122"/>
              </a:rPr>
              <a:t>目录</a:t>
            </a:r>
            <a:endParaRPr lang="zh-CN" altLang="en-US" sz="6000" dirty="0">
              <a:solidFill>
                <a:schemeClr val="accent1">
                  <a:lumMod val="75000"/>
                </a:schemeClr>
              </a:solidFill>
              <a:latin typeface="Source Han Sans CN Bold" panose="020B0500000000000000" charset="-122"/>
              <a:ea typeface="Source Han Sans CN Bold" panose="020B0500000000000000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4592320" y="1656715"/>
            <a:ext cx="5289550" cy="692150"/>
            <a:chOff x="7232" y="1174"/>
            <a:chExt cx="8330" cy="1090"/>
          </a:xfrm>
        </p:grpSpPr>
        <p:sp>
          <p:nvSpPr>
            <p:cNvPr id="20" name="圆角矩形 19"/>
            <p:cNvSpPr/>
            <p:nvPr>
              <p:custDataLst>
                <p:tags r:id="rId4"/>
              </p:custDataLst>
            </p:nvPr>
          </p:nvSpPr>
          <p:spPr>
            <a:xfrm>
              <a:off x="7232" y="1265"/>
              <a:ext cx="2567" cy="88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7232" y="1174"/>
              <a:ext cx="8330" cy="1091"/>
              <a:chOff x="8608" y="1912"/>
              <a:chExt cx="7100" cy="1091"/>
            </a:xfrm>
          </p:grpSpPr>
          <p:sp>
            <p:nvSpPr>
              <p:cNvPr id="40" name="文本框 3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608" y="1912"/>
                <a:ext cx="1146" cy="109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2800" b="1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</a:rPr>
                  <a:t>01</a:t>
                </a:r>
                <a:endParaRPr kumimoji="1" lang="en-US" altLang="zh-CN" sz="2800" b="1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</a:endParaRPr>
              </a:p>
            </p:txBody>
          </p:sp>
          <p:sp>
            <p:nvSpPr>
              <p:cNvPr id="41" name="矩形 40"/>
              <p:cNvSpPr/>
              <p:nvPr>
                <p:custDataLst>
                  <p:tags r:id="rId6"/>
                </p:custDataLst>
              </p:nvPr>
            </p:nvSpPr>
            <p:spPr>
              <a:xfrm>
                <a:off x="10067" y="2028"/>
                <a:ext cx="5641" cy="8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2000" b="1" dirty="0">
                    <a:solidFill>
                      <a:schemeClr val="dk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{{##}}</a:t>
                </a:r>
                <a:endParaRPr kumimoji="1" lang="zh-CN" altLang="en-US" sz="2000" b="1" dirty="0">
                  <a:solidFill>
                    <a:schemeClr val="dk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endParaRPr>
              </a:p>
            </p:txBody>
          </p:sp>
        </p:grpSp>
      </p:grpSp>
      <p:sp>
        <p:nvSpPr>
          <p:cNvPr id="82" name="文本框 81"/>
          <p:cNvSpPr txBox="1"/>
          <p:nvPr>
            <p:custDataLst>
              <p:tags r:id="rId7"/>
            </p:custDataLst>
          </p:nvPr>
        </p:nvSpPr>
        <p:spPr>
          <a:xfrm>
            <a:off x="491490" y="3338195"/>
            <a:ext cx="3241675" cy="628015"/>
          </a:xfrm>
          <a:prstGeom prst="rect">
            <a:avLst/>
          </a:prstGeom>
          <a:noFill/>
        </p:spPr>
        <p:txBody>
          <a:bodyPr vert="horz" wrap="square" rtlCol="0" anchor="ctr" anchorCtr="0">
            <a:normAutofit/>
          </a:bodyPr>
          <a:p>
            <a:pPr algn="dist" fontAlgn="auto">
              <a:lnSpc>
                <a:spcPct val="100000"/>
              </a:lnSpc>
            </a:pPr>
            <a:r>
              <a:rPr lang="zh-CN" altLang="en-US" sz="2800" b="1" cap="all">
                <a:solidFill>
                  <a:schemeClr val="accent2">
                    <a:alpha val="13000"/>
                  </a:schemeClr>
                </a:solidFill>
                <a:uFillTx/>
                <a:latin typeface="Source Han Sans CN Bold" panose="020B0500000000000000" charset="-122"/>
                <a:ea typeface="Source Han Sans CN Bold" panose="020B0500000000000000" charset="-122"/>
              </a:rPr>
              <a:t>Contents</a:t>
            </a:r>
            <a:endParaRPr lang="zh-CN" altLang="en-US" sz="2800" b="1" cap="all">
              <a:solidFill>
                <a:schemeClr val="accent2">
                  <a:alpha val="13000"/>
                </a:schemeClr>
              </a:solidFill>
              <a:uFillTx/>
              <a:latin typeface="Source Han Sans CN Bold" panose="020B0500000000000000" charset="-122"/>
              <a:ea typeface="Source Han Sans CN Bold" panose="020B0500000000000000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4592320" y="4390390"/>
            <a:ext cx="5289550" cy="692150"/>
            <a:chOff x="7232" y="2959"/>
            <a:chExt cx="8330" cy="1090"/>
          </a:xfrm>
        </p:grpSpPr>
        <p:sp>
          <p:nvSpPr>
            <p:cNvPr id="22" name="圆角矩形 21"/>
            <p:cNvSpPr/>
            <p:nvPr>
              <p:custDataLst>
                <p:tags r:id="rId8"/>
              </p:custDataLst>
            </p:nvPr>
          </p:nvSpPr>
          <p:spPr>
            <a:xfrm>
              <a:off x="7232" y="3011"/>
              <a:ext cx="2567" cy="88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7232" y="2959"/>
              <a:ext cx="8330" cy="1091"/>
              <a:chOff x="8608" y="1912"/>
              <a:chExt cx="7100" cy="1091"/>
            </a:xfrm>
          </p:grpSpPr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8608" y="1912"/>
                <a:ext cx="1146" cy="109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2800" b="1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</a:rPr>
                  <a:t>02</a:t>
                </a:r>
                <a:endParaRPr kumimoji="1" lang="en-US" altLang="zh-CN" sz="2800" b="1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</a:endParaRPr>
              </a:p>
            </p:txBody>
          </p:sp>
          <p:sp>
            <p:nvSpPr>
              <p:cNvPr id="19" name="矩形 1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0067" y="2028"/>
                <a:ext cx="5641" cy="8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2000" b="1" dirty="0">
                    <a:solidFill>
                      <a:schemeClr val="dk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{{##}}</a:t>
                </a:r>
                <a:endParaRPr kumimoji="1" lang="zh-CN" altLang="en-US" sz="2000" b="1" dirty="0">
                  <a:solidFill>
                    <a:schemeClr val="dk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endParaRPr>
              </a:p>
            </p:txBody>
          </p:sp>
        </p:grpSp>
      </p:grpSp>
      <p:pic>
        <p:nvPicPr>
          <p:cNvPr id="8" name="图片 7" descr="位图备份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alphaModFix amt="19000"/>
          </a:blip>
          <a:stretch>
            <a:fillRect/>
          </a:stretch>
        </p:blipFill>
        <p:spPr>
          <a:xfrm>
            <a:off x="1682750" y="5200650"/>
            <a:ext cx="671830" cy="1307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13备份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圆角矩形 15"/>
          <p:cNvSpPr/>
          <p:nvPr>
            <p:custDataLst>
              <p:tags r:id="rId3"/>
            </p:custDataLst>
          </p:nvPr>
        </p:nvSpPr>
        <p:spPr>
          <a:xfrm>
            <a:off x="3717925" y="1180465"/>
            <a:ext cx="3871595" cy="1151255"/>
          </a:xfrm>
          <a:prstGeom prst="roundRect">
            <a:avLst>
              <a:gd name="adj" fmla="val 50000"/>
            </a:avLst>
          </a:prstGeom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2649855" y="2487295"/>
            <a:ext cx="5986780" cy="3113405"/>
          </a:xfrm>
          <a:prstGeom prst="rect">
            <a:avLst/>
          </a:prstGeom>
        </p:spPr>
        <p:txBody>
          <a:bodyPr wrap="square" lIns="121960" tIns="60980" rIns="121960" bIns="60980" anchor="ctr" anchorCtr="0">
            <a:normAutofit/>
          </a:bodyPr>
          <a:p>
            <a:pPr algn="ctr">
              <a:defRPr/>
            </a:pPr>
            <a:r>
              <a:rPr lang="en-US" altLang="zh-CN" sz="6600" b="1" kern="100" dirty="0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  <a:cs typeface="Times New Roman" panose="02020503050405090304" pitchFamily="18" charset="0"/>
                <a:sym typeface="微软雅黑" panose="020B0703020204020201" charset="-122"/>
              </a:rPr>
              <a:t>{{##}}</a:t>
            </a:r>
            <a:endParaRPr lang="en-US" altLang="zh-CN" sz="6600" b="1" kern="100" dirty="0">
              <a:solidFill>
                <a:schemeClr val="tx2"/>
              </a:solidFill>
              <a:latin typeface="Source Han Sans CN Bold" panose="020B0500000000000000" charset="-122"/>
              <a:ea typeface="Source Han Sans CN Bold" panose="020B0500000000000000" charset="-122"/>
              <a:cs typeface="Times New Roman" panose="02020503050405090304" pitchFamily="18" charset="0"/>
              <a:sym typeface="微软雅黑" panose="020B0703020204020201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 rot="5400000">
            <a:off x="-2304415" y="3244850"/>
            <a:ext cx="5297170" cy="36830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dist">
              <a:lnSpc>
                <a:spcPct val="110000"/>
              </a:lnSpc>
            </a:pPr>
            <a:r>
              <a:rPr lang="en-US" altLang="zh-CN">
                <a:solidFill>
                  <a:schemeClr val="dk1"/>
                </a:solidFill>
                <a:latin typeface="Arial Black" panose="020B0A04020102020204" pitchFamily="34" charset="0"/>
                <a:ea typeface="Source Han Sans CN Medium" panose="020B0500000000000000" charset="-122"/>
                <a:cs typeface="Arial Black" panose="020B0A04020102020204" pitchFamily="34" charset="0"/>
              </a:rPr>
              <a:t>2025.  11.  9</a:t>
            </a:r>
            <a:endParaRPr lang="en-US" altLang="zh-CN">
              <a:solidFill>
                <a:schemeClr val="dk1"/>
              </a:solidFill>
              <a:latin typeface="Arial Black" panose="020B0A04020102020204" pitchFamily="34" charset="0"/>
              <a:ea typeface="Source Han Sans CN Medium" panose="020B0500000000000000" charset="-122"/>
              <a:cs typeface="Arial Black" panose="020B0A04020102020204" pitchFamily="34" charset="0"/>
            </a:endParaRPr>
          </a:p>
        </p:txBody>
      </p:sp>
      <p:pic>
        <p:nvPicPr>
          <p:cNvPr id="3" name="图片 2" descr="位图备份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alphaModFix amt="19000"/>
          </a:blip>
          <a:stretch>
            <a:fillRect/>
          </a:stretch>
        </p:blipFill>
        <p:spPr>
          <a:xfrm>
            <a:off x="1682750" y="5200650"/>
            <a:ext cx="671830" cy="1307465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3846195" y="1180465"/>
            <a:ext cx="3594100" cy="115189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</a:rPr>
              <a:t>PART {{x}} </a:t>
            </a:r>
            <a:r>
              <a:rPr lang="en-US" altLang="zh-CN" sz="4400" b="1" dirty="0">
                <a:solidFill>
                  <a:schemeClr val="bg1">
                    <a:alpha val="69000"/>
                  </a:schemeClr>
                </a:solidFill>
                <a:latin typeface="思源黑体 CN" panose="020B0500000000000000" charset="-122"/>
                <a:ea typeface="思源黑体 CN" panose="020B0500000000000000" charset="-122"/>
              </a:rPr>
              <a:t>  </a:t>
            </a:r>
            <a:endParaRPr lang="en-US" altLang="zh-CN" sz="4400" b="1" dirty="0">
              <a:solidFill>
                <a:schemeClr val="bg1">
                  <a:alpha val="69000"/>
                </a:schemeClr>
              </a:solidFill>
              <a:latin typeface="思源黑体 CN" panose="020B0500000000000000" charset="-122"/>
              <a:ea typeface="思源黑体 CN" panose="020B0500000000000000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11791950" y="780415"/>
            <a:ext cx="0" cy="5130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5" name="组合 14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6" name="图片 5" descr="13备份 1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>
              <p:custDataLst>
                <p:tags r:id="rId3"/>
              </p:custDataLst>
            </p:nvPr>
          </p:nvSpPr>
          <p:spPr>
            <a:xfrm>
              <a:off x="1514" y="356"/>
              <a:ext cx="14037" cy="87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/>
              <a:r>
                <a:rPr lang="zh-CN" altLang="en-US" sz="2000" b="1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rPr>
                <a:t>{{###}}</a:t>
              </a:r>
              <a:endParaRPr lang="zh-CN" altLang="en-US" sz="2000" b="1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lt"/>
              </a:endParaRPr>
            </a:p>
          </p:txBody>
        </p:sp>
        <p:pic>
          <p:nvPicPr>
            <p:cNvPr id="13" name="图片 12" descr="消防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8" y="356"/>
              <a:ext cx="836" cy="98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0" y="2131060"/>
            <a:ext cx="11577320" cy="4587240"/>
            <a:chOff x="0" y="3356"/>
            <a:chExt cx="18232" cy="7224"/>
          </a:xfrm>
        </p:grpSpPr>
        <p:grpSp>
          <p:nvGrpSpPr>
            <p:cNvPr id="19" name="组合 18"/>
            <p:cNvGrpSpPr/>
            <p:nvPr/>
          </p:nvGrpSpPr>
          <p:grpSpPr>
            <a:xfrm rot="0">
              <a:off x="0" y="3356"/>
              <a:ext cx="18233" cy="7224"/>
              <a:chOff x="-384811" y="2540000"/>
              <a:chExt cx="11577928" cy="4587441"/>
            </a:xfrm>
          </p:grpSpPr>
          <p:sp>
            <p:nvSpPr>
              <p:cNvPr id="20" name="PA-矩形 3" descr="e7d195523061f1c0d318120d6aeaf1b6ccceb6ba3da59c0775C5DE19DDDEBC09ED96DBD9900D9848D623ECAD1D4904B78047D0015C22C8BE97228BE8B5BFF08FE7A3AE04126DA07312A96C0F69F9BAB707E15A787C9DE0BD81D499D6763494974E7326B9025C5FB76089CA8FE9A0E4CF24CD362CA7791016CF633E612BDA7CF476D6958FF6B1FDBF"/>
              <p:cNvSpPr/>
              <p:nvPr>
                <p:custDataLst>
                  <p:tags r:id="rId6"/>
                </p:custDataLst>
              </p:nvPr>
            </p:nvSpPr>
            <p:spPr>
              <a:xfrm>
                <a:off x="5663174" y="2540000"/>
                <a:ext cx="5529943" cy="3077029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54000" sx="102000" sy="102000" algn="ctr" rotWithShape="0">
                  <a:srgbClr val="C4CE85">
                    <a:alpha val="10000"/>
                  </a:srgbClr>
                </a:outerShdw>
              </a:effectLst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sym typeface="思源黑体 CN Normal" panose="020B0500000000000000" pitchFamily="34" charset="-122"/>
                </a:endParaRPr>
              </a:p>
            </p:txBody>
          </p:sp>
          <p:sp>
            <p:nvSpPr>
              <p:cNvPr id="21" name="PA-文本框 4" descr="e7d195523061f1c0d318120d6aeaf1b6ccceb6ba3da59c0775C5DE19DDDEBC09ED96DBD9900D9848D623ECAD1D4904B78047D0015C22C8BE97228BE8B5BFF08FE7A3AE04126DA07312A96C0F69F9BAB707E15A787C9DE0BD81D499D6763494974E7326B9025C5FB76089CA8FE9A0E4CF24CD362CA7791016CF633E612BDA7CF476D6958FF6B1FDBF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-384811" y="5617345"/>
                <a:ext cx="1075052" cy="1510096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/>
              <a:p>
                <a:pPr algn="ctr"/>
                <a:r>
                  <a:rPr lang="zh-CN" altLang="en-US" sz="11500" b="1" dirty="0">
                    <a:solidFill>
                      <a:schemeClr val="accent1"/>
                    </a:solidFill>
                    <a:latin typeface="思源黑体 CN" panose="020B0500000000000000" charset="-122"/>
                    <a:ea typeface="思源黑体 CN" panose="020B0500000000000000" charset="-122"/>
                    <a:cs typeface="Open Sans" charset="0"/>
                    <a:sym typeface="思源黑体 CN Normal" panose="020B0500000000000000" pitchFamily="34" charset="-122"/>
                  </a:rPr>
                  <a:t>“</a:t>
                </a:r>
                <a:endParaRPr lang="zh-CN" altLang="en-US" sz="11500" b="1" dirty="0">
                  <a:solidFill>
                    <a:schemeClr val="accent1"/>
                  </a:solidFill>
                  <a:latin typeface="思源黑体 CN" panose="020B0500000000000000" charset="-122"/>
                  <a:ea typeface="思源黑体 CN" panose="020B0500000000000000" charset="-122"/>
                  <a:cs typeface="Open Sans" charset="0"/>
                  <a:sym typeface="思源黑体 CN Normal" panose="020B0500000000000000" pitchFamily="34" charset="-122"/>
                </a:endParaRP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5983959" y="2770465"/>
                <a:ext cx="4607811" cy="2705735"/>
                <a:chOff x="8043" y="2921"/>
                <a:chExt cx="6935" cy="4261"/>
              </a:xfrm>
            </p:grpSpPr>
            <p:sp>
              <p:nvSpPr>
                <p:cNvPr id="23" name="TextBox 77"/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8043" y="2921"/>
                  <a:ext cx="6934" cy="1224"/>
                </a:xfrm>
                <a:prstGeom prst="rect">
                  <a:avLst/>
                </a:prstGeom>
              </p:spPr>
              <p:txBody>
                <a:bodyPr vert="horz" lIns="182880" tIns="91440" rIns="182880" bIns="91440" rtlCol="0" anchor="ctr">
                  <a:noAutofit/>
                </a:bodyPr>
                <a:lstStyle>
                  <a:defPPr>
                    <a:defRPr lang="en-US"/>
                  </a:defPPr>
                  <a:lvl1pPr defTabSz="913765">
                    <a:spcBef>
                      <a:spcPct val="0"/>
                    </a:spcBef>
                    <a:defRPr sz="6600">
                      <a:solidFill>
                        <a:srgbClr val="171717"/>
                      </a:solidFill>
                      <a:latin typeface="Bebas Neue" panose="020B0606020202050201" pitchFamily="34" charset="0"/>
                      <a:ea typeface="Roboto Light" pitchFamily="2" charset="0"/>
                      <a:cs typeface="Lato Light" panose="020F0502020204030203" pitchFamily="34" charset="0"/>
                    </a:defRPr>
                  </a:lvl1pPr>
                </a:lstStyle>
                <a:p>
                  <a:pPr marL="0" indent="0" algn="l">
                    <a:buNone/>
                  </a:pPr>
                  <a:r>
                    <a:rPr lang="zh-CN" altLang="en-US" sz="1800" noProof="0" dirty="0">
                      <a:solidFill>
                        <a:srgbClr val="000000"/>
                      </a:solidFill>
                      <a:latin typeface="Source Han Sans CN Bold" panose="020B0500000000000000" charset="-122"/>
                      <a:ea typeface="Source Han Sans CN Bold" panose="020B0500000000000000" charset="-122"/>
                      <a:sym typeface="+mn-ea"/>
                    </a:rPr>
                    <a:t>{{####}}</a:t>
                  </a:r>
                  <a:endParaRPr lang="zh-CN" altLang="en-US" sz="1800" b="1" kern="1200" noProof="0" dirty="0">
                    <a:solidFill>
                      <a:srgbClr val="000000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cs typeface="+mn-ea"/>
                    <a:sym typeface="+mn-ea"/>
                  </a:endParaRPr>
                </a:p>
              </p:txBody>
            </p:sp>
            <p:sp>
              <p:nvSpPr>
                <p:cNvPr id="24" name="Rectangle 81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8043" y="4145"/>
                  <a:ext cx="6935" cy="3037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lstStyle/>
                <a:p>
                  <a:pPr marL="0" marR="0" lvl="0" indent="0" algn="l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lang="zh-CN" altLang="en-US" sz="1400" noProof="0" dirty="0">
                      <a:ln>
                        <a:noFill/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uLnTx/>
                      <a:uFillTx/>
                      <a:latin typeface="Source Han Sans CN Regular" panose="020B0500000000000000" pitchFamily="34" charset="-128"/>
                      <a:ea typeface="Source Han Sans CN Regular" panose="020B0500000000000000" pitchFamily="34" charset="-128"/>
                      <a:sym typeface="+mn-ea"/>
                    </a:rPr>
                    <a:t>{{#####}}</a:t>
                  </a:r>
                  <a:endParaRPr lang="zh-CN" altLang="en-US" sz="140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" panose="020B0500000000000000" charset="-122"/>
                    <a:ea typeface="思源黑体 CN" panose="020B0500000000000000" charset="-122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25" name="矩形 24"/>
            <p:cNvSpPr/>
            <p:nvPr>
              <p:custDataLst>
                <p:tags r:id="rId10"/>
              </p:custDataLst>
            </p:nvPr>
          </p:nvSpPr>
          <p:spPr>
            <a:xfrm>
              <a:off x="1334" y="3356"/>
              <a:ext cx="7574" cy="4734"/>
            </a:xfrm>
            <a:prstGeom prst="rect">
              <a:avLst/>
            </a:prstGeom>
            <a:blipFill rotWithShape="1">
              <a:blip r:embed="rId11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6" name="图片 5" descr="13备份 1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>
              <p:custDataLst>
                <p:tags r:id="rId3"/>
              </p:custDataLst>
            </p:nvPr>
          </p:nvSpPr>
          <p:spPr>
            <a:xfrm>
              <a:off x="1514" y="356"/>
              <a:ext cx="14037" cy="87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/>
              <a:r>
                <a:rPr lang="zh-CN" altLang="en-US" sz="2000" b="1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rPr>
                <a:t>{{###}}</a:t>
              </a:r>
              <a:endParaRPr lang="zh-CN" altLang="en-US" sz="2000" b="1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lt"/>
              </a:endParaRPr>
            </a:p>
          </p:txBody>
        </p:sp>
        <p:pic>
          <p:nvPicPr>
            <p:cNvPr id="7" name="图片 6" descr="消防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8" y="356"/>
              <a:ext cx="836" cy="984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1423670" y="2010567"/>
            <a:ext cx="8700794" cy="3540356"/>
            <a:chOff x="2242" y="3166"/>
            <a:chExt cx="13702" cy="5575"/>
          </a:xfrm>
        </p:grpSpPr>
        <p:grpSp>
          <p:nvGrpSpPr>
            <p:cNvPr id="4" name="组合 3"/>
            <p:cNvGrpSpPr/>
            <p:nvPr/>
          </p:nvGrpSpPr>
          <p:grpSpPr>
            <a:xfrm>
              <a:off x="11531" y="3500"/>
              <a:ext cx="4413" cy="4668"/>
              <a:chOff x="6117963" y="532336"/>
              <a:chExt cx="5143339" cy="5440699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6938861" y="1925074"/>
                <a:ext cx="4322441" cy="4047961"/>
                <a:chOff x="7133415" y="1668270"/>
                <a:chExt cx="4322441" cy="4047961"/>
              </a:xfrm>
              <a:effectLst/>
            </p:grpSpPr>
            <p:grpSp>
              <p:nvGrpSpPr>
                <p:cNvPr id="14" name="组合 13"/>
                <p:cNvGrpSpPr/>
                <p:nvPr/>
              </p:nvGrpSpPr>
              <p:grpSpPr>
                <a:xfrm>
                  <a:off x="7133415" y="2987835"/>
                  <a:ext cx="4322441" cy="2728396"/>
                  <a:chOff x="1685115" y="3521460"/>
                  <a:chExt cx="4322441" cy="2728396"/>
                </a:xfrm>
                <a:solidFill>
                  <a:schemeClr val="tx1">
                    <a:lumMod val="85000"/>
                    <a:lumOff val="15000"/>
                  </a:schemeClr>
                </a:solidFill>
              </p:grpSpPr>
              <p:sp>
                <p:nvSpPr>
                  <p:cNvPr id="58" name="îŝḷîḓé-Freeform 57"/>
                  <p:cNvSpPr/>
                  <p:nvPr>
                    <p:custDataLst>
                      <p:tags r:id="rId6"/>
                    </p:custDataLst>
                  </p:nvPr>
                </p:nvSpPr>
                <p:spPr bwMode="auto">
                  <a:xfrm>
                    <a:off x="3925886" y="4199156"/>
                    <a:ext cx="2081670" cy="2050700"/>
                  </a:xfrm>
                  <a:custGeom>
                    <a:avLst/>
                    <a:gdLst>
                      <a:gd name="T0" fmla="*/ 3577 w 3638"/>
                      <a:gd name="T1" fmla="*/ 3090 h 3585"/>
                      <a:gd name="T2" fmla="*/ 3555 w 3638"/>
                      <a:gd name="T3" fmla="*/ 3072 h 3585"/>
                      <a:gd name="T4" fmla="*/ 3556 w 3638"/>
                      <a:gd name="T5" fmla="*/ 3071 h 3585"/>
                      <a:gd name="T6" fmla="*/ 468 w 3638"/>
                      <a:gd name="T7" fmla="*/ 0 h 3585"/>
                      <a:gd name="T8" fmla="*/ 0 w 3638"/>
                      <a:gd name="T9" fmla="*/ 470 h 3585"/>
                      <a:gd name="T10" fmla="*/ 3062 w 3638"/>
                      <a:gd name="T11" fmla="*/ 3516 h 3585"/>
                      <a:gd name="T12" fmla="*/ 3067 w 3638"/>
                      <a:gd name="T13" fmla="*/ 3522 h 3585"/>
                      <a:gd name="T14" fmla="*/ 3084 w 3638"/>
                      <a:gd name="T15" fmla="*/ 3537 h 3585"/>
                      <a:gd name="T16" fmla="*/ 3088 w 3638"/>
                      <a:gd name="T17" fmla="*/ 3541 h 3585"/>
                      <a:gd name="T18" fmla="*/ 3088 w 3638"/>
                      <a:gd name="T19" fmla="*/ 3540 h 3585"/>
                      <a:gd name="T20" fmla="*/ 3432 w 3638"/>
                      <a:gd name="T21" fmla="*/ 3436 h 3585"/>
                      <a:gd name="T22" fmla="*/ 3577 w 3638"/>
                      <a:gd name="T23" fmla="*/ 3090 h 358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3638" h="3585">
                        <a:moveTo>
                          <a:pt x="3577" y="3090"/>
                        </a:moveTo>
                        <a:cubicBezTo>
                          <a:pt x="3570" y="3083"/>
                          <a:pt x="3563" y="3077"/>
                          <a:pt x="3555" y="3072"/>
                        </a:cubicBezTo>
                        <a:cubicBezTo>
                          <a:pt x="3556" y="3071"/>
                          <a:pt x="3556" y="3071"/>
                          <a:pt x="3556" y="3071"/>
                        </a:cubicBezTo>
                        <a:cubicBezTo>
                          <a:pt x="468" y="0"/>
                          <a:pt x="468" y="0"/>
                          <a:pt x="468" y="0"/>
                        </a:cubicBezTo>
                        <a:cubicBezTo>
                          <a:pt x="0" y="470"/>
                          <a:pt x="0" y="470"/>
                          <a:pt x="0" y="470"/>
                        </a:cubicBezTo>
                        <a:cubicBezTo>
                          <a:pt x="3062" y="3516"/>
                          <a:pt x="3062" y="3516"/>
                          <a:pt x="3062" y="3516"/>
                        </a:cubicBezTo>
                        <a:cubicBezTo>
                          <a:pt x="3064" y="3518"/>
                          <a:pt x="3065" y="3520"/>
                          <a:pt x="3067" y="3522"/>
                        </a:cubicBezTo>
                        <a:cubicBezTo>
                          <a:pt x="3072" y="3528"/>
                          <a:pt x="3078" y="3533"/>
                          <a:pt x="3084" y="3537"/>
                        </a:cubicBezTo>
                        <a:cubicBezTo>
                          <a:pt x="3088" y="3541"/>
                          <a:pt x="3088" y="3541"/>
                          <a:pt x="3088" y="3541"/>
                        </a:cubicBezTo>
                        <a:cubicBezTo>
                          <a:pt x="3088" y="3540"/>
                          <a:pt x="3088" y="3540"/>
                          <a:pt x="3088" y="3540"/>
                        </a:cubicBezTo>
                        <a:cubicBezTo>
                          <a:pt x="3160" y="3585"/>
                          <a:pt x="3305" y="3544"/>
                          <a:pt x="3432" y="3436"/>
                        </a:cubicBezTo>
                        <a:cubicBezTo>
                          <a:pt x="3573" y="3317"/>
                          <a:pt x="3638" y="3162"/>
                          <a:pt x="3577" y="3090"/>
                        </a:cubicBezTo>
                        <a:close/>
                      </a:path>
                    </a:pathLst>
                  </a:custGeom>
                  <a:solidFill>
                    <a:schemeClr val="dk1">
                      <a:lumMod val="85000"/>
                      <a:lumOff val="15000"/>
                    </a:schemeClr>
                  </a:solidFill>
                  <a:ln>
                    <a:noFill/>
                  </a:ln>
                  <a:effectLst>
                    <a:outerShdw blurRad="393700" dir="18900000" sy="23000" kx="-1200000" algn="bl" rotWithShape="0">
                      <a:prstClr val="black">
                        <a:alpha val="40000"/>
                      </a:prst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anchor="ctr">
                    <a:noAutofit/>
                  </a:bodyPr>
                  <a:p>
                    <a:pPr algn="ctr"/>
                    <a:endParaRPr>
                      <a:solidFill>
                        <a:schemeClr val="dk1"/>
                      </a:solidFill>
                    </a:endParaRPr>
                  </a:p>
                </p:txBody>
              </p:sp>
              <p:sp>
                <p:nvSpPr>
                  <p:cNvPr id="59" name="îŝḷîḓé-Freeform 58"/>
                  <p:cNvSpPr/>
                  <p:nvPr>
                    <p:custDataLst>
                      <p:tags r:id="rId7"/>
                    </p:custDataLst>
                  </p:nvPr>
                </p:nvSpPr>
                <p:spPr bwMode="auto">
                  <a:xfrm>
                    <a:off x="1685115" y="4199156"/>
                    <a:ext cx="2081063" cy="2050700"/>
                  </a:xfrm>
                  <a:custGeom>
                    <a:avLst/>
                    <a:gdLst>
                      <a:gd name="T0" fmla="*/ 3637 w 3637"/>
                      <a:gd name="T1" fmla="*/ 470 h 3585"/>
                      <a:gd name="T2" fmla="*/ 3169 w 3637"/>
                      <a:gd name="T3" fmla="*/ 0 h 3585"/>
                      <a:gd name="T4" fmla="*/ 82 w 3637"/>
                      <a:gd name="T5" fmla="*/ 3071 h 3585"/>
                      <a:gd name="T6" fmla="*/ 83 w 3637"/>
                      <a:gd name="T7" fmla="*/ 3072 h 3585"/>
                      <a:gd name="T8" fmla="*/ 61 w 3637"/>
                      <a:gd name="T9" fmla="*/ 3090 h 3585"/>
                      <a:gd name="T10" fmla="*/ 205 w 3637"/>
                      <a:gd name="T11" fmla="*/ 3436 h 3585"/>
                      <a:gd name="T12" fmla="*/ 549 w 3637"/>
                      <a:gd name="T13" fmla="*/ 3540 h 3585"/>
                      <a:gd name="T14" fmla="*/ 550 w 3637"/>
                      <a:gd name="T15" fmla="*/ 3541 h 3585"/>
                      <a:gd name="T16" fmla="*/ 553 w 3637"/>
                      <a:gd name="T17" fmla="*/ 3537 h 3585"/>
                      <a:gd name="T18" fmla="*/ 570 w 3637"/>
                      <a:gd name="T19" fmla="*/ 3522 h 3585"/>
                      <a:gd name="T20" fmla="*/ 575 w 3637"/>
                      <a:gd name="T21" fmla="*/ 3516 h 3585"/>
                      <a:gd name="T22" fmla="*/ 3637 w 3637"/>
                      <a:gd name="T23" fmla="*/ 470 h 358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3637" h="3585">
                        <a:moveTo>
                          <a:pt x="3637" y="470"/>
                        </a:moveTo>
                        <a:cubicBezTo>
                          <a:pt x="3169" y="0"/>
                          <a:pt x="3169" y="0"/>
                          <a:pt x="3169" y="0"/>
                        </a:cubicBezTo>
                        <a:cubicBezTo>
                          <a:pt x="82" y="3071"/>
                          <a:pt x="82" y="3071"/>
                          <a:pt x="82" y="3071"/>
                        </a:cubicBezTo>
                        <a:cubicBezTo>
                          <a:pt x="83" y="3072"/>
                          <a:pt x="83" y="3072"/>
                          <a:pt x="83" y="3072"/>
                        </a:cubicBezTo>
                        <a:cubicBezTo>
                          <a:pt x="74" y="3077"/>
                          <a:pt x="67" y="3083"/>
                          <a:pt x="61" y="3090"/>
                        </a:cubicBezTo>
                        <a:cubicBezTo>
                          <a:pt x="0" y="3162"/>
                          <a:pt x="65" y="3317"/>
                          <a:pt x="205" y="3436"/>
                        </a:cubicBezTo>
                        <a:cubicBezTo>
                          <a:pt x="332" y="3544"/>
                          <a:pt x="477" y="3585"/>
                          <a:pt x="549" y="3540"/>
                        </a:cubicBezTo>
                        <a:cubicBezTo>
                          <a:pt x="550" y="3541"/>
                          <a:pt x="550" y="3541"/>
                          <a:pt x="550" y="3541"/>
                        </a:cubicBezTo>
                        <a:cubicBezTo>
                          <a:pt x="553" y="3537"/>
                          <a:pt x="553" y="3537"/>
                          <a:pt x="553" y="3537"/>
                        </a:cubicBezTo>
                        <a:cubicBezTo>
                          <a:pt x="560" y="3533"/>
                          <a:pt x="565" y="3528"/>
                          <a:pt x="570" y="3522"/>
                        </a:cubicBezTo>
                        <a:cubicBezTo>
                          <a:pt x="572" y="3520"/>
                          <a:pt x="574" y="3518"/>
                          <a:pt x="575" y="3516"/>
                        </a:cubicBezTo>
                        <a:lnTo>
                          <a:pt x="3637" y="470"/>
                        </a:lnTo>
                        <a:close/>
                      </a:path>
                    </a:pathLst>
                  </a:custGeom>
                  <a:solidFill>
                    <a:schemeClr val="dk1">
                      <a:lumMod val="85000"/>
                      <a:lumOff val="15000"/>
                    </a:schemeClr>
                  </a:solidFill>
                  <a:ln>
                    <a:noFill/>
                  </a:ln>
                  <a:effectLst>
                    <a:outerShdw blurRad="393700" dir="18900000" sy="23000" kx="-1200000" algn="bl" rotWithShape="0">
                      <a:prstClr val="black">
                        <a:alpha val="40000"/>
                      </a:prst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anchor="ctr">
                    <a:noAutofit/>
                  </a:bodyPr>
                  <a:p>
                    <a:pPr algn="ctr"/>
                    <a:endParaRPr>
                      <a:solidFill>
                        <a:schemeClr val="dk1"/>
                      </a:solidFill>
                    </a:endParaRPr>
                  </a:p>
                </p:txBody>
              </p:sp>
              <p:sp>
                <p:nvSpPr>
                  <p:cNvPr id="60" name="îŝḷîḓé-Freeform 59"/>
                  <p:cNvSpPr/>
                  <p:nvPr>
                    <p:custDataLst>
                      <p:tags r:id="rId8"/>
                    </p:custDataLst>
                  </p:nvPr>
                </p:nvSpPr>
                <p:spPr bwMode="auto">
                  <a:xfrm>
                    <a:off x="3668410" y="3521460"/>
                    <a:ext cx="411112" cy="2598444"/>
                  </a:xfrm>
                  <a:custGeom>
                    <a:avLst/>
                    <a:gdLst>
                      <a:gd name="T0" fmla="*/ 667 w 719"/>
                      <a:gd name="T1" fmla="*/ 4334 h 4542"/>
                      <a:gd name="T2" fmla="*/ 666 w 719"/>
                      <a:gd name="T3" fmla="*/ 4326 h 4542"/>
                      <a:gd name="T4" fmla="*/ 719 w 719"/>
                      <a:gd name="T5" fmla="*/ 8 h 4542"/>
                      <a:gd name="T6" fmla="*/ 56 w 719"/>
                      <a:gd name="T7" fmla="*/ 0 h 4542"/>
                      <a:gd name="T8" fmla="*/ 2 w 719"/>
                      <a:gd name="T9" fmla="*/ 4354 h 4542"/>
                      <a:gd name="T10" fmla="*/ 4 w 719"/>
                      <a:gd name="T11" fmla="*/ 4354 h 4542"/>
                      <a:gd name="T12" fmla="*/ 1 w 719"/>
                      <a:gd name="T13" fmla="*/ 4383 h 4542"/>
                      <a:gd name="T14" fmla="*/ 347 w 719"/>
                      <a:gd name="T15" fmla="*/ 4529 h 4542"/>
                      <a:gd name="T16" fmla="*/ 665 w 719"/>
                      <a:gd name="T17" fmla="*/ 4362 h 4542"/>
                      <a:gd name="T18" fmla="*/ 666 w 719"/>
                      <a:gd name="T19" fmla="*/ 4362 h 4542"/>
                      <a:gd name="T20" fmla="*/ 666 w 719"/>
                      <a:gd name="T21" fmla="*/ 4357 h 4542"/>
                      <a:gd name="T22" fmla="*/ 667 w 719"/>
                      <a:gd name="T23" fmla="*/ 4334 h 454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719" h="4542">
                        <a:moveTo>
                          <a:pt x="667" y="4334"/>
                        </a:moveTo>
                        <a:cubicBezTo>
                          <a:pt x="667" y="4332"/>
                          <a:pt x="667" y="4329"/>
                          <a:pt x="666" y="4326"/>
                        </a:cubicBezTo>
                        <a:cubicBezTo>
                          <a:pt x="719" y="8"/>
                          <a:pt x="719" y="8"/>
                          <a:pt x="719" y="8"/>
                        </a:cubicBezTo>
                        <a:cubicBezTo>
                          <a:pt x="56" y="0"/>
                          <a:pt x="56" y="0"/>
                          <a:pt x="56" y="0"/>
                        </a:cubicBezTo>
                        <a:cubicBezTo>
                          <a:pt x="2" y="4354"/>
                          <a:pt x="2" y="4354"/>
                          <a:pt x="2" y="4354"/>
                        </a:cubicBezTo>
                        <a:cubicBezTo>
                          <a:pt x="4" y="4354"/>
                          <a:pt x="4" y="4354"/>
                          <a:pt x="4" y="4354"/>
                        </a:cubicBezTo>
                        <a:cubicBezTo>
                          <a:pt x="1" y="4364"/>
                          <a:pt x="0" y="4373"/>
                          <a:pt x="1" y="4383"/>
                        </a:cubicBezTo>
                        <a:cubicBezTo>
                          <a:pt x="8" y="4477"/>
                          <a:pt x="163" y="4542"/>
                          <a:pt x="347" y="4529"/>
                        </a:cubicBezTo>
                        <a:cubicBezTo>
                          <a:pt x="512" y="4517"/>
                          <a:pt x="645" y="4445"/>
                          <a:pt x="665" y="4362"/>
                        </a:cubicBezTo>
                        <a:cubicBezTo>
                          <a:pt x="666" y="4362"/>
                          <a:pt x="666" y="4362"/>
                          <a:pt x="666" y="4362"/>
                        </a:cubicBezTo>
                        <a:cubicBezTo>
                          <a:pt x="666" y="4357"/>
                          <a:pt x="666" y="4357"/>
                          <a:pt x="666" y="4357"/>
                        </a:cubicBezTo>
                        <a:cubicBezTo>
                          <a:pt x="667" y="4350"/>
                          <a:pt x="668" y="4342"/>
                          <a:pt x="667" y="4334"/>
                        </a:cubicBezTo>
                        <a:close/>
                      </a:path>
                    </a:pathLst>
                  </a:custGeom>
                  <a:solidFill>
                    <a:schemeClr val="dk1">
                      <a:lumMod val="85000"/>
                      <a:lumOff val="15000"/>
                    </a:schemeClr>
                  </a:solidFill>
                  <a:ln>
                    <a:noFill/>
                  </a:ln>
                  <a:effectLst>
                    <a:outerShdw blurRad="393700" dir="18900000" sy="23000" kx="-1200000" algn="bl" rotWithShape="0">
                      <a:prstClr val="black">
                        <a:alpha val="40000"/>
                      </a:prst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anchor="ctr">
                    <a:noAutofit/>
                  </a:bodyPr>
                  <a:p>
                    <a:pPr algn="ctr"/>
                    <a:endParaRPr>
                      <a:solidFill>
                        <a:schemeClr val="dk1"/>
                      </a:solidFill>
                    </a:endParaRPr>
                  </a:p>
                </p:txBody>
              </p:sp>
            </p:grpSp>
            <p:grpSp>
              <p:nvGrpSpPr>
                <p:cNvPr id="15" name="组合 14"/>
                <p:cNvGrpSpPr/>
                <p:nvPr/>
              </p:nvGrpSpPr>
              <p:grpSpPr>
                <a:xfrm>
                  <a:off x="7876695" y="2814767"/>
                  <a:ext cx="2864422" cy="2524359"/>
                  <a:chOff x="2428395" y="3348392"/>
                  <a:chExt cx="2864422" cy="2524359"/>
                </a:xfrm>
                <a:solidFill>
                  <a:schemeClr val="tx1">
                    <a:alpha val="50000"/>
                  </a:schemeClr>
                </a:solidFill>
              </p:grpSpPr>
              <p:sp>
                <p:nvSpPr>
                  <p:cNvPr id="20" name="îŝḷîḓé-Freeform 54"/>
                  <p:cNvSpPr/>
                  <p:nvPr>
                    <p:custDataLst>
                      <p:tags r:id="rId9"/>
                    </p:custDataLst>
                  </p:nvPr>
                </p:nvSpPr>
                <p:spPr bwMode="auto">
                  <a:xfrm>
                    <a:off x="2428395" y="4143896"/>
                    <a:ext cx="1392436" cy="1374218"/>
                  </a:xfrm>
                  <a:custGeom>
                    <a:avLst/>
                    <a:gdLst>
                      <a:gd name="T0" fmla="*/ 0 w 2434"/>
                      <a:gd name="T1" fmla="*/ 1956 h 2402"/>
                      <a:gd name="T2" fmla="*/ 492 w 2434"/>
                      <a:gd name="T3" fmla="*/ 2402 h 2402"/>
                      <a:gd name="T4" fmla="*/ 2434 w 2434"/>
                      <a:gd name="T5" fmla="*/ 470 h 2402"/>
                      <a:gd name="T6" fmla="*/ 1966 w 2434"/>
                      <a:gd name="T7" fmla="*/ 0 h 2402"/>
                      <a:gd name="T8" fmla="*/ 0 w 2434"/>
                      <a:gd name="T9" fmla="*/ 1956 h 24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34" h="2402">
                        <a:moveTo>
                          <a:pt x="0" y="1956"/>
                        </a:moveTo>
                        <a:cubicBezTo>
                          <a:pt x="90" y="2246"/>
                          <a:pt x="246" y="2330"/>
                          <a:pt x="492" y="2402"/>
                        </a:cubicBezTo>
                        <a:cubicBezTo>
                          <a:pt x="2434" y="470"/>
                          <a:pt x="2434" y="470"/>
                          <a:pt x="2434" y="470"/>
                        </a:cubicBezTo>
                        <a:cubicBezTo>
                          <a:pt x="1966" y="0"/>
                          <a:pt x="1966" y="0"/>
                          <a:pt x="1966" y="0"/>
                        </a:cubicBezTo>
                        <a:lnTo>
                          <a:pt x="0" y="1956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anchor="ctr">
                    <a:noAutofit/>
                  </a:bodyPr>
                  <a:p>
                    <a:pPr algn="ctr"/>
                    <a:endParaRPr>
                      <a:solidFill>
                        <a:schemeClr val="dk1"/>
                      </a:solidFill>
                    </a:endParaRPr>
                  </a:p>
                </p:txBody>
              </p:sp>
              <p:sp>
                <p:nvSpPr>
                  <p:cNvPr id="56" name="îŝḷîḓé-Freeform 55"/>
                  <p:cNvSpPr/>
                  <p:nvPr>
                    <p:custDataLst>
                      <p:tags r:id="rId10"/>
                    </p:custDataLst>
                  </p:nvPr>
                </p:nvSpPr>
                <p:spPr bwMode="auto">
                  <a:xfrm>
                    <a:off x="3877913" y="4151183"/>
                    <a:ext cx="1414904" cy="1392435"/>
                  </a:xfrm>
                  <a:custGeom>
                    <a:avLst/>
                    <a:gdLst>
                      <a:gd name="T0" fmla="*/ 468 w 2473"/>
                      <a:gd name="T1" fmla="*/ 0 h 2434"/>
                      <a:gd name="T2" fmla="*/ 0 w 2473"/>
                      <a:gd name="T3" fmla="*/ 470 h 2434"/>
                      <a:gd name="T4" fmla="*/ 1974 w 2473"/>
                      <a:gd name="T5" fmla="*/ 2434 h 2434"/>
                      <a:gd name="T6" fmla="*/ 2473 w 2473"/>
                      <a:gd name="T7" fmla="*/ 1994 h 2434"/>
                      <a:gd name="T8" fmla="*/ 468 w 2473"/>
                      <a:gd name="T9" fmla="*/ 0 h 24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73" h="2434">
                        <a:moveTo>
                          <a:pt x="468" y="0"/>
                        </a:moveTo>
                        <a:cubicBezTo>
                          <a:pt x="0" y="470"/>
                          <a:pt x="0" y="470"/>
                          <a:pt x="0" y="470"/>
                        </a:cubicBezTo>
                        <a:cubicBezTo>
                          <a:pt x="1974" y="2434"/>
                          <a:pt x="1974" y="2434"/>
                          <a:pt x="1974" y="2434"/>
                        </a:cubicBezTo>
                        <a:cubicBezTo>
                          <a:pt x="2200" y="2366"/>
                          <a:pt x="2332" y="2258"/>
                          <a:pt x="2473" y="1994"/>
                        </a:cubicBezTo>
                        <a:lnTo>
                          <a:pt x="46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anchor="ctr">
                    <a:noAutofit/>
                  </a:bodyPr>
                  <a:p>
                    <a:pPr algn="ctr"/>
                    <a:endParaRPr>
                      <a:solidFill>
                        <a:schemeClr val="dk1"/>
                      </a:solidFill>
                    </a:endParaRPr>
                  </a:p>
                </p:txBody>
              </p:sp>
              <p:sp>
                <p:nvSpPr>
                  <p:cNvPr id="57" name="îŝḷîḓé-Freeform 56"/>
                  <p:cNvSpPr/>
                  <p:nvPr>
                    <p:custDataLst>
                      <p:tags r:id="rId11"/>
                    </p:custDataLst>
                  </p:nvPr>
                </p:nvSpPr>
                <p:spPr bwMode="auto">
                  <a:xfrm>
                    <a:off x="3670232" y="3348392"/>
                    <a:ext cx="409290" cy="2524359"/>
                  </a:xfrm>
                  <a:custGeom>
                    <a:avLst/>
                    <a:gdLst>
                      <a:gd name="T0" fmla="*/ 0 w 715"/>
                      <a:gd name="T1" fmla="*/ 4252 h 4412"/>
                      <a:gd name="T2" fmla="*/ 663 w 715"/>
                      <a:gd name="T3" fmla="*/ 4275 h 4412"/>
                      <a:gd name="T4" fmla="*/ 715 w 715"/>
                      <a:gd name="T5" fmla="*/ 9 h 4412"/>
                      <a:gd name="T6" fmla="*/ 52 w 715"/>
                      <a:gd name="T7" fmla="*/ 0 h 4412"/>
                      <a:gd name="T8" fmla="*/ 0 w 715"/>
                      <a:gd name="T9" fmla="*/ 4252 h 44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15" h="4412">
                        <a:moveTo>
                          <a:pt x="0" y="4252"/>
                        </a:moveTo>
                        <a:cubicBezTo>
                          <a:pt x="196" y="4412"/>
                          <a:pt x="476" y="4402"/>
                          <a:pt x="663" y="4275"/>
                        </a:cubicBezTo>
                        <a:cubicBezTo>
                          <a:pt x="715" y="9"/>
                          <a:pt x="715" y="9"/>
                          <a:pt x="715" y="9"/>
                        </a:cubicBezTo>
                        <a:cubicBezTo>
                          <a:pt x="52" y="0"/>
                          <a:pt x="52" y="0"/>
                          <a:pt x="52" y="0"/>
                        </a:cubicBezTo>
                        <a:lnTo>
                          <a:pt x="0" y="425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anchor="ctr">
                    <a:noAutofit/>
                  </a:bodyPr>
                  <a:p>
                    <a:pPr algn="ctr"/>
                    <a:endParaRPr>
                      <a:solidFill>
                        <a:schemeClr val="dk1"/>
                      </a:solidFill>
                    </a:endParaRPr>
                  </a:p>
                </p:txBody>
              </p:sp>
            </p:grpSp>
            <p:grpSp>
              <p:nvGrpSpPr>
                <p:cNvPr id="21" name="组合 20"/>
                <p:cNvGrpSpPr/>
                <p:nvPr/>
              </p:nvGrpSpPr>
              <p:grpSpPr>
                <a:xfrm>
                  <a:off x="7565173" y="1668270"/>
                  <a:ext cx="3500825" cy="3500217"/>
                  <a:chOff x="2116873" y="2201895"/>
                  <a:chExt cx="3500825" cy="3500217"/>
                </a:xfrm>
              </p:grpSpPr>
              <p:sp>
                <p:nvSpPr>
                  <p:cNvPr id="22" name="îŝḷîḓé-Oval 47"/>
                  <p:cNvSpPr/>
                  <p:nvPr>
                    <p:custDataLst>
                      <p:tags r:id="rId12"/>
                    </p:custDataLst>
                  </p:nvPr>
                </p:nvSpPr>
                <p:spPr bwMode="auto">
                  <a:xfrm>
                    <a:off x="2116873" y="2201895"/>
                    <a:ext cx="3500825" cy="3500217"/>
                  </a:xfrm>
                  <a:prstGeom prst="ellipse">
                    <a:avLst/>
                  </a:prstGeom>
                  <a:solidFill>
                    <a:schemeClr val="dk2">
                      <a:lumMod val="50000"/>
                    </a:schemeClr>
                  </a:solidFill>
                  <a:ln>
                    <a:noFill/>
                  </a:ln>
                </p:spPr>
                <p:txBody>
                  <a:bodyPr anchor="ctr">
                    <a:noAutofit/>
                  </a:bodyPr>
                  <a:p>
                    <a:pPr algn="ctr"/>
                    <a:endParaRPr>
                      <a:solidFill>
                        <a:schemeClr val="dk1"/>
                      </a:solidFill>
                    </a:endParaRPr>
                  </a:p>
                </p:txBody>
              </p:sp>
              <p:sp>
                <p:nvSpPr>
                  <p:cNvPr id="23" name="îŝḷîḓé-Oval 48"/>
                  <p:cNvSpPr/>
                  <p:nvPr>
                    <p:custDataLst>
                      <p:tags r:id="rId13"/>
                    </p:custDataLst>
                  </p:nvPr>
                </p:nvSpPr>
                <p:spPr bwMode="auto">
                  <a:xfrm>
                    <a:off x="2377993" y="2463014"/>
                    <a:ext cx="2979193" cy="2978585"/>
                  </a:xfrm>
                  <a:prstGeom prst="ellipse">
                    <a:avLst/>
                  </a:prstGeom>
                  <a:solidFill>
                    <a:schemeClr val="lt1">
                      <a:lumMod val="95000"/>
                    </a:schemeClr>
                  </a:solidFill>
                  <a:ln>
                    <a:noFill/>
                  </a:ln>
                </p:spPr>
                <p:txBody>
                  <a:bodyPr anchor="ctr">
                    <a:noAutofit/>
                  </a:bodyPr>
                  <a:p>
                    <a:pPr algn="ctr"/>
                    <a:endParaRPr>
                      <a:solidFill>
                        <a:schemeClr val="dk1"/>
                      </a:solidFill>
                    </a:endParaRPr>
                  </a:p>
                </p:txBody>
              </p:sp>
              <p:sp>
                <p:nvSpPr>
                  <p:cNvPr id="50" name="îŝḷîḓé-Oval 49"/>
                  <p:cNvSpPr/>
                  <p:nvPr>
                    <p:custDataLst>
                      <p:tags r:id="rId14"/>
                    </p:custDataLst>
                  </p:nvPr>
                </p:nvSpPr>
                <p:spPr bwMode="auto">
                  <a:xfrm>
                    <a:off x="2693765" y="2778180"/>
                    <a:ext cx="2347648" cy="2347648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="ctr">
                    <a:noAutofit/>
                  </a:bodyPr>
                  <a:p>
                    <a:pPr algn="ctr"/>
                    <a:endParaRPr>
                      <a:solidFill>
                        <a:schemeClr val="dk1"/>
                      </a:solidFill>
                    </a:endParaRPr>
                  </a:p>
                </p:txBody>
              </p:sp>
              <p:sp>
                <p:nvSpPr>
                  <p:cNvPr id="51" name="îŝḷîḓé-Oval 50"/>
                  <p:cNvSpPr/>
                  <p:nvPr>
                    <p:custDataLst>
                      <p:tags r:id="rId15"/>
                    </p:custDataLst>
                  </p:nvPr>
                </p:nvSpPr>
                <p:spPr bwMode="auto">
                  <a:xfrm>
                    <a:off x="2996179" y="3079985"/>
                    <a:ext cx="1742822" cy="1744036"/>
                  </a:xfrm>
                  <a:prstGeom prst="ellipse">
                    <a:avLst/>
                  </a:prstGeom>
                  <a:solidFill>
                    <a:schemeClr val="lt1">
                      <a:lumMod val="95000"/>
                    </a:schemeClr>
                  </a:solidFill>
                  <a:ln>
                    <a:noFill/>
                  </a:ln>
                </p:spPr>
                <p:txBody>
                  <a:bodyPr anchor="ctr">
                    <a:noAutofit/>
                  </a:bodyPr>
                  <a:p>
                    <a:pPr algn="ctr"/>
                    <a:endParaRPr>
                      <a:solidFill>
                        <a:schemeClr val="dk1"/>
                      </a:solidFill>
                    </a:endParaRPr>
                  </a:p>
                </p:txBody>
              </p:sp>
              <p:sp>
                <p:nvSpPr>
                  <p:cNvPr id="52" name="îŝḷîḓé-Oval 51"/>
                  <p:cNvSpPr/>
                  <p:nvPr>
                    <p:custDataLst>
                      <p:tags r:id="rId16"/>
                    </p:custDataLst>
                  </p:nvPr>
                </p:nvSpPr>
                <p:spPr bwMode="auto">
                  <a:xfrm>
                    <a:off x="3284018" y="3368432"/>
                    <a:ext cx="1166537" cy="1167144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="ctr">
                    <a:noAutofit/>
                  </a:bodyPr>
                  <a:p>
                    <a:pPr algn="ctr"/>
                    <a:endParaRPr>
                      <a:solidFill>
                        <a:schemeClr val="dk1"/>
                      </a:solidFill>
                    </a:endParaRPr>
                  </a:p>
                </p:txBody>
              </p:sp>
              <p:sp>
                <p:nvSpPr>
                  <p:cNvPr id="24" name="îŝḷîḓé-Oval 52"/>
                  <p:cNvSpPr/>
                  <p:nvPr>
                    <p:custDataLst>
                      <p:tags r:id="rId17"/>
                    </p:custDataLst>
                  </p:nvPr>
                </p:nvSpPr>
                <p:spPr bwMode="auto">
                  <a:xfrm>
                    <a:off x="3530563" y="3615584"/>
                    <a:ext cx="672839" cy="672838"/>
                  </a:xfrm>
                  <a:prstGeom prst="ellipse">
                    <a:avLst/>
                  </a:prstGeom>
                  <a:solidFill>
                    <a:schemeClr val="lt1">
                      <a:lumMod val="95000"/>
                    </a:schemeClr>
                  </a:solidFill>
                  <a:ln>
                    <a:noFill/>
                  </a:ln>
                </p:spPr>
                <p:txBody>
                  <a:bodyPr anchor="ctr">
                    <a:noAutofit/>
                  </a:bodyPr>
                  <a:p>
                    <a:pPr algn="ctr"/>
                    <a:endParaRPr>
                      <a:solidFill>
                        <a:schemeClr val="dk1"/>
                      </a:solidFill>
                    </a:endParaRPr>
                  </a:p>
                </p:txBody>
              </p:sp>
              <p:sp>
                <p:nvSpPr>
                  <p:cNvPr id="25" name="îŝḷîḓé-Oval 53"/>
                  <p:cNvSpPr/>
                  <p:nvPr>
                    <p:custDataLst>
                      <p:tags r:id="rId18"/>
                    </p:custDataLst>
                  </p:nvPr>
                </p:nvSpPr>
                <p:spPr bwMode="auto">
                  <a:xfrm>
                    <a:off x="3709096" y="3794117"/>
                    <a:ext cx="315773" cy="315773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="ctr">
                    <a:noAutofit/>
                  </a:bodyPr>
                  <a:p>
                    <a:pPr algn="ctr"/>
                    <a:endParaRPr>
                      <a:solidFill>
                        <a:schemeClr val="dk1"/>
                      </a:solidFill>
                    </a:endParaRPr>
                  </a:p>
                </p:txBody>
              </p:sp>
            </p:grpSp>
          </p:grpSp>
          <p:grpSp>
            <p:nvGrpSpPr>
              <p:cNvPr id="26" name="组合 25"/>
              <p:cNvGrpSpPr/>
              <p:nvPr/>
            </p:nvGrpSpPr>
            <p:grpSpPr>
              <a:xfrm>
                <a:off x="6887838" y="1343498"/>
                <a:ext cx="2232090" cy="2280464"/>
                <a:chOff x="6076950" y="2555876"/>
                <a:chExt cx="3076576" cy="3143249"/>
              </a:xfrm>
              <a:effectLst/>
            </p:grpSpPr>
            <p:sp>
              <p:nvSpPr>
                <p:cNvPr id="27" name="îŝḷîḓé-Freeform 36"/>
                <p:cNvSpPr/>
                <p:nvPr>
                  <p:custDataLst>
                    <p:tags r:id="rId19"/>
                  </p:custDataLst>
                </p:nvPr>
              </p:nvSpPr>
              <p:spPr bwMode="auto">
                <a:xfrm>
                  <a:off x="8840788" y="5375275"/>
                  <a:ext cx="312738" cy="323850"/>
                </a:xfrm>
                <a:custGeom>
                  <a:avLst/>
                  <a:gdLst>
                    <a:gd name="T0" fmla="*/ 68 w 83"/>
                    <a:gd name="T1" fmla="*/ 68 h 86"/>
                    <a:gd name="T2" fmla="*/ 34 w 83"/>
                    <a:gd name="T3" fmla="*/ 30 h 86"/>
                    <a:gd name="T4" fmla="*/ 16 w 83"/>
                    <a:gd name="T5" fmla="*/ 10 h 86"/>
                    <a:gd name="T6" fmla="*/ 6 w 83"/>
                    <a:gd name="T7" fmla="*/ 0 h 86"/>
                    <a:gd name="T8" fmla="*/ 3 w 83"/>
                    <a:gd name="T9" fmla="*/ 5 h 86"/>
                    <a:gd name="T10" fmla="*/ 0 w 83"/>
                    <a:gd name="T11" fmla="*/ 11 h 86"/>
                    <a:gd name="T12" fmla="*/ 9 w 83"/>
                    <a:gd name="T13" fmla="*/ 21 h 86"/>
                    <a:gd name="T14" fmla="*/ 29 w 83"/>
                    <a:gd name="T15" fmla="*/ 39 h 86"/>
                    <a:gd name="T16" fmla="*/ 66 w 83"/>
                    <a:gd name="T17" fmla="*/ 72 h 86"/>
                    <a:gd name="T18" fmla="*/ 83 w 83"/>
                    <a:gd name="T19" fmla="*/ 86 h 86"/>
                    <a:gd name="T20" fmla="*/ 83 w 83"/>
                    <a:gd name="T21" fmla="*/ 85 h 86"/>
                    <a:gd name="T22" fmla="*/ 68 w 83"/>
                    <a:gd name="T23" fmla="*/ 68 h 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83" h="86">
                      <a:moveTo>
                        <a:pt x="68" y="68"/>
                      </a:moveTo>
                      <a:cubicBezTo>
                        <a:pt x="59" y="57"/>
                        <a:pt x="46" y="44"/>
                        <a:pt x="34" y="30"/>
                      </a:cubicBezTo>
                      <a:cubicBezTo>
                        <a:pt x="28" y="23"/>
                        <a:pt x="22" y="16"/>
                        <a:pt x="16" y="10"/>
                      </a:cubicBezTo>
                      <a:cubicBezTo>
                        <a:pt x="13" y="6"/>
                        <a:pt x="9" y="3"/>
                        <a:pt x="6" y="0"/>
                      </a:cubicBezTo>
                      <a:cubicBezTo>
                        <a:pt x="5" y="2"/>
                        <a:pt x="4" y="4"/>
                        <a:pt x="3" y="5"/>
                      </a:cubicBezTo>
                      <a:cubicBezTo>
                        <a:pt x="2" y="7"/>
                        <a:pt x="1" y="9"/>
                        <a:pt x="0" y="11"/>
                      </a:cubicBezTo>
                      <a:cubicBezTo>
                        <a:pt x="3" y="14"/>
                        <a:pt x="6" y="18"/>
                        <a:pt x="9" y="21"/>
                      </a:cubicBezTo>
                      <a:cubicBezTo>
                        <a:pt x="15" y="27"/>
                        <a:pt x="22" y="33"/>
                        <a:pt x="29" y="39"/>
                      </a:cubicBezTo>
                      <a:cubicBezTo>
                        <a:pt x="42" y="51"/>
                        <a:pt x="56" y="63"/>
                        <a:pt x="66" y="72"/>
                      </a:cubicBezTo>
                      <a:cubicBezTo>
                        <a:pt x="76" y="81"/>
                        <a:pt x="83" y="86"/>
                        <a:pt x="83" y="86"/>
                      </a:cubicBezTo>
                      <a:cubicBezTo>
                        <a:pt x="83" y="85"/>
                        <a:pt x="83" y="85"/>
                        <a:pt x="83" y="85"/>
                      </a:cubicBezTo>
                      <a:cubicBezTo>
                        <a:pt x="83" y="85"/>
                        <a:pt x="77" y="78"/>
                        <a:pt x="68" y="68"/>
                      </a:cubicBezTo>
                      <a:close/>
                    </a:path>
                  </a:pathLst>
                </a:custGeom>
                <a:solidFill>
                  <a:srgbClr val="B1B1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8" name="îŝḷîḓé-Freeform 37"/>
                <p:cNvSpPr/>
                <p:nvPr>
                  <p:custDataLst>
                    <p:tags r:id="rId20"/>
                  </p:custDataLst>
                </p:nvPr>
              </p:nvSpPr>
              <p:spPr bwMode="auto">
                <a:xfrm>
                  <a:off x="8129588" y="4606925"/>
                  <a:ext cx="782638" cy="903287"/>
                </a:xfrm>
                <a:custGeom>
                  <a:avLst/>
                  <a:gdLst>
                    <a:gd name="T0" fmla="*/ 204 w 208"/>
                    <a:gd name="T1" fmla="*/ 156 h 240"/>
                    <a:gd name="T2" fmla="*/ 48 w 208"/>
                    <a:gd name="T3" fmla="*/ 0 h 240"/>
                    <a:gd name="T4" fmla="*/ 48 w 208"/>
                    <a:gd name="T5" fmla="*/ 0 h 240"/>
                    <a:gd name="T6" fmla="*/ 35 w 208"/>
                    <a:gd name="T7" fmla="*/ 53 h 240"/>
                    <a:gd name="T8" fmla="*/ 0 w 208"/>
                    <a:gd name="T9" fmla="*/ 84 h 240"/>
                    <a:gd name="T10" fmla="*/ 156 w 208"/>
                    <a:gd name="T11" fmla="*/ 240 h 240"/>
                    <a:gd name="T12" fmla="*/ 189 w 208"/>
                    <a:gd name="T13" fmla="*/ 215 h 240"/>
                    <a:gd name="T14" fmla="*/ 192 w 208"/>
                    <a:gd name="T15" fmla="*/ 209 h 240"/>
                    <a:gd name="T16" fmla="*/ 195 w 208"/>
                    <a:gd name="T17" fmla="*/ 204 h 240"/>
                    <a:gd name="T18" fmla="*/ 204 w 208"/>
                    <a:gd name="T19" fmla="*/ 156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08" h="240">
                      <a:moveTo>
                        <a:pt x="204" y="156"/>
                      </a:move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54" y="6"/>
                        <a:pt x="48" y="30"/>
                        <a:pt x="35" y="53"/>
                      </a:cubicBezTo>
                      <a:cubicBezTo>
                        <a:pt x="22" y="75"/>
                        <a:pt x="7" y="89"/>
                        <a:pt x="0" y="84"/>
                      </a:cubicBezTo>
                      <a:cubicBezTo>
                        <a:pt x="156" y="240"/>
                        <a:pt x="156" y="240"/>
                        <a:pt x="156" y="240"/>
                      </a:cubicBezTo>
                      <a:cubicBezTo>
                        <a:pt x="156" y="240"/>
                        <a:pt x="173" y="237"/>
                        <a:pt x="189" y="215"/>
                      </a:cubicBezTo>
                      <a:cubicBezTo>
                        <a:pt x="190" y="213"/>
                        <a:pt x="191" y="211"/>
                        <a:pt x="192" y="209"/>
                      </a:cubicBezTo>
                      <a:cubicBezTo>
                        <a:pt x="193" y="208"/>
                        <a:pt x="194" y="206"/>
                        <a:pt x="195" y="204"/>
                      </a:cubicBezTo>
                      <a:cubicBezTo>
                        <a:pt x="208" y="179"/>
                        <a:pt x="204" y="156"/>
                        <a:pt x="204" y="156"/>
                      </a:cubicBezTo>
                      <a:close/>
                    </a:path>
                  </a:pathLst>
                </a:custGeom>
                <a:solidFill>
                  <a:srgbClr val="C5C5C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9" name="îŝḷîḓé-Freeform 38"/>
                <p:cNvSpPr/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8113713" y="4592638"/>
                  <a:ext cx="219075" cy="349250"/>
                </a:xfrm>
                <a:custGeom>
                  <a:avLst/>
                  <a:gdLst>
                    <a:gd name="T0" fmla="*/ 52 w 58"/>
                    <a:gd name="T1" fmla="*/ 4 h 93"/>
                    <a:gd name="T2" fmla="*/ 32 w 58"/>
                    <a:gd name="T3" fmla="*/ 13 h 93"/>
                    <a:gd name="T4" fmla="*/ 39 w 58"/>
                    <a:gd name="T5" fmla="*/ 21 h 93"/>
                    <a:gd name="T6" fmla="*/ 39 w 58"/>
                    <a:gd name="T7" fmla="*/ 26 h 93"/>
                    <a:gd name="T8" fmla="*/ 32 w 58"/>
                    <a:gd name="T9" fmla="*/ 51 h 93"/>
                    <a:gd name="T10" fmla="*/ 16 w 58"/>
                    <a:gd name="T11" fmla="*/ 66 h 93"/>
                    <a:gd name="T12" fmla="*/ 13 w 58"/>
                    <a:gd name="T13" fmla="*/ 67 h 93"/>
                    <a:gd name="T14" fmla="*/ 5 w 58"/>
                    <a:gd name="T15" fmla="*/ 59 h 93"/>
                    <a:gd name="T16" fmla="*/ 4 w 58"/>
                    <a:gd name="T17" fmla="*/ 87 h 93"/>
                    <a:gd name="T18" fmla="*/ 4 w 58"/>
                    <a:gd name="T19" fmla="*/ 88 h 93"/>
                    <a:gd name="T20" fmla="*/ 39 w 58"/>
                    <a:gd name="T21" fmla="*/ 57 h 93"/>
                    <a:gd name="T22" fmla="*/ 52 w 58"/>
                    <a:gd name="T23" fmla="*/ 4 h 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8" h="93">
                      <a:moveTo>
                        <a:pt x="52" y="4"/>
                      </a:moveTo>
                      <a:cubicBezTo>
                        <a:pt x="48" y="0"/>
                        <a:pt x="40" y="4"/>
                        <a:pt x="32" y="13"/>
                      </a:cubicBezTo>
                      <a:cubicBezTo>
                        <a:pt x="37" y="18"/>
                        <a:pt x="39" y="21"/>
                        <a:pt x="39" y="21"/>
                      </a:cubicBezTo>
                      <a:cubicBezTo>
                        <a:pt x="39" y="21"/>
                        <a:pt x="40" y="23"/>
                        <a:pt x="39" y="26"/>
                      </a:cubicBezTo>
                      <a:cubicBezTo>
                        <a:pt x="39" y="31"/>
                        <a:pt x="38" y="40"/>
                        <a:pt x="32" y="51"/>
                      </a:cubicBezTo>
                      <a:cubicBezTo>
                        <a:pt x="25" y="61"/>
                        <a:pt x="20" y="65"/>
                        <a:pt x="16" y="66"/>
                      </a:cubicBezTo>
                      <a:cubicBezTo>
                        <a:pt x="14" y="67"/>
                        <a:pt x="13" y="67"/>
                        <a:pt x="13" y="67"/>
                      </a:cubicBezTo>
                      <a:cubicBezTo>
                        <a:pt x="13" y="67"/>
                        <a:pt x="10" y="64"/>
                        <a:pt x="5" y="59"/>
                      </a:cubicBezTo>
                      <a:cubicBezTo>
                        <a:pt x="1" y="72"/>
                        <a:pt x="0" y="83"/>
                        <a:pt x="4" y="87"/>
                      </a:cubicBezTo>
                      <a:cubicBezTo>
                        <a:pt x="4" y="88"/>
                        <a:pt x="4" y="88"/>
                        <a:pt x="4" y="88"/>
                      </a:cubicBezTo>
                      <a:cubicBezTo>
                        <a:pt x="11" y="93"/>
                        <a:pt x="26" y="79"/>
                        <a:pt x="39" y="57"/>
                      </a:cubicBezTo>
                      <a:cubicBezTo>
                        <a:pt x="52" y="34"/>
                        <a:pt x="58" y="10"/>
                        <a:pt x="52" y="4"/>
                      </a:cubicBezTo>
                      <a:close/>
                    </a:path>
                  </a:pathLst>
                </a:custGeom>
                <a:solidFill>
                  <a:srgbClr val="B1B1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0" name="îŝḷîḓé-Freeform 39"/>
                <p:cNvSpPr/>
                <p:nvPr>
                  <p:custDataLst>
                    <p:tags r:id="rId22"/>
                  </p:custDataLst>
                </p:nvPr>
              </p:nvSpPr>
              <p:spPr bwMode="auto">
                <a:xfrm>
                  <a:off x="6076950" y="3233738"/>
                  <a:ext cx="754063" cy="647700"/>
                </a:xfrm>
                <a:custGeom>
                  <a:avLst/>
                  <a:gdLst>
                    <a:gd name="T0" fmla="*/ 82 w 200"/>
                    <a:gd name="T1" fmla="*/ 64 h 172"/>
                    <a:gd name="T2" fmla="*/ 200 w 200"/>
                    <a:gd name="T3" fmla="*/ 38 h 172"/>
                    <a:gd name="T4" fmla="*/ 200 w 200"/>
                    <a:gd name="T5" fmla="*/ 36 h 172"/>
                    <a:gd name="T6" fmla="*/ 73 w 200"/>
                    <a:gd name="T7" fmla="*/ 14 h 172"/>
                    <a:gd name="T8" fmla="*/ 8 w 200"/>
                    <a:gd name="T9" fmla="*/ 126 h 172"/>
                    <a:gd name="T10" fmla="*/ 63 w 200"/>
                    <a:gd name="T11" fmla="*/ 172 h 172"/>
                    <a:gd name="T12" fmla="*/ 82 w 200"/>
                    <a:gd name="T13" fmla="*/ 64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00" h="172">
                      <a:moveTo>
                        <a:pt x="82" y="64"/>
                      </a:moveTo>
                      <a:cubicBezTo>
                        <a:pt x="105" y="25"/>
                        <a:pt x="156" y="22"/>
                        <a:pt x="200" y="38"/>
                      </a:cubicBezTo>
                      <a:cubicBezTo>
                        <a:pt x="200" y="37"/>
                        <a:pt x="199" y="36"/>
                        <a:pt x="200" y="36"/>
                      </a:cubicBezTo>
                      <a:cubicBezTo>
                        <a:pt x="159" y="13"/>
                        <a:pt x="108" y="0"/>
                        <a:pt x="73" y="14"/>
                      </a:cubicBezTo>
                      <a:cubicBezTo>
                        <a:pt x="5" y="41"/>
                        <a:pt x="0" y="80"/>
                        <a:pt x="8" y="126"/>
                      </a:cubicBezTo>
                      <a:cubicBezTo>
                        <a:pt x="13" y="151"/>
                        <a:pt x="34" y="167"/>
                        <a:pt x="63" y="172"/>
                      </a:cubicBezTo>
                      <a:cubicBezTo>
                        <a:pt x="57" y="136"/>
                        <a:pt x="63" y="96"/>
                        <a:pt x="82" y="6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1" name="îŝḷîḓé-Freeform 40"/>
                <p:cNvSpPr/>
                <p:nvPr>
                  <p:custDataLst>
                    <p:tags r:id="rId23"/>
                  </p:custDataLst>
                </p:nvPr>
              </p:nvSpPr>
              <p:spPr bwMode="auto">
                <a:xfrm>
                  <a:off x="6634163" y="2638425"/>
                  <a:ext cx="279400" cy="730250"/>
                </a:xfrm>
                <a:custGeom>
                  <a:avLst/>
                  <a:gdLst>
                    <a:gd name="T0" fmla="*/ 40 w 74"/>
                    <a:gd name="T1" fmla="*/ 38 h 194"/>
                    <a:gd name="T2" fmla="*/ 74 w 74"/>
                    <a:gd name="T3" fmla="*/ 0 h 194"/>
                    <a:gd name="T4" fmla="*/ 1 w 74"/>
                    <a:gd name="T5" fmla="*/ 100 h 194"/>
                    <a:gd name="T6" fmla="*/ 52 w 74"/>
                    <a:gd name="T7" fmla="*/ 194 h 194"/>
                    <a:gd name="T8" fmla="*/ 52 w 74"/>
                    <a:gd name="T9" fmla="*/ 194 h 194"/>
                    <a:gd name="T10" fmla="*/ 40 w 74"/>
                    <a:gd name="T11" fmla="*/ 38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194">
                      <a:moveTo>
                        <a:pt x="40" y="38"/>
                      </a:moveTo>
                      <a:cubicBezTo>
                        <a:pt x="50" y="21"/>
                        <a:pt x="62" y="9"/>
                        <a:pt x="74" y="0"/>
                      </a:cubicBezTo>
                      <a:cubicBezTo>
                        <a:pt x="32" y="10"/>
                        <a:pt x="0" y="31"/>
                        <a:pt x="1" y="100"/>
                      </a:cubicBezTo>
                      <a:cubicBezTo>
                        <a:pt x="1" y="132"/>
                        <a:pt x="23" y="166"/>
                        <a:pt x="52" y="194"/>
                      </a:cubicBezTo>
                      <a:cubicBezTo>
                        <a:pt x="52" y="194"/>
                        <a:pt x="52" y="194"/>
                        <a:pt x="52" y="194"/>
                      </a:cubicBezTo>
                      <a:cubicBezTo>
                        <a:pt x="29" y="143"/>
                        <a:pt x="18" y="77"/>
                        <a:pt x="40" y="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3" name="îŝḷîḓé-Freeform 41"/>
                <p:cNvSpPr/>
                <p:nvPr>
                  <p:custDataLst>
                    <p:tags r:id="rId24"/>
                  </p:custDataLst>
                </p:nvPr>
              </p:nvSpPr>
              <p:spPr bwMode="auto">
                <a:xfrm>
                  <a:off x="6291263" y="3316288"/>
                  <a:ext cx="803275" cy="974725"/>
                </a:xfrm>
                <a:custGeom>
                  <a:avLst/>
                  <a:gdLst>
                    <a:gd name="T0" fmla="*/ 199 w 213"/>
                    <a:gd name="T1" fmla="*/ 83 h 259"/>
                    <a:gd name="T2" fmla="*/ 143 w 213"/>
                    <a:gd name="T3" fmla="*/ 16 h 259"/>
                    <a:gd name="T4" fmla="*/ 25 w 213"/>
                    <a:gd name="T5" fmla="*/ 42 h 259"/>
                    <a:gd name="T6" fmla="*/ 6 w 213"/>
                    <a:gd name="T7" fmla="*/ 150 h 259"/>
                    <a:gd name="T8" fmla="*/ 39 w 213"/>
                    <a:gd name="T9" fmla="*/ 218 h 259"/>
                    <a:gd name="T10" fmla="*/ 172 w 213"/>
                    <a:gd name="T11" fmla="*/ 190 h 259"/>
                    <a:gd name="T12" fmla="*/ 211 w 213"/>
                    <a:gd name="T13" fmla="*/ 104 h 259"/>
                    <a:gd name="T14" fmla="*/ 213 w 213"/>
                    <a:gd name="T15" fmla="*/ 99 h 259"/>
                    <a:gd name="T16" fmla="*/ 212 w 213"/>
                    <a:gd name="T17" fmla="*/ 98 h 259"/>
                    <a:gd name="T18" fmla="*/ 199 w 213"/>
                    <a:gd name="T19" fmla="*/ 83 h 2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3" h="259">
                      <a:moveTo>
                        <a:pt x="199" y="83"/>
                      </a:moveTo>
                      <a:cubicBezTo>
                        <a:pt x="173" y="54"/>
                        <a:pt x="145" y="23"/>
                        <a:pt x="143" y="16"/>
                      </a:cubicBezTo>
                      <a:cubicBezTo>
                        <a:pt x="99" y="0"/>
                        <a:pt x="48" y="3"/>
                        <a:pt x="25" y="42"/>
                      </a:cubicBezTo>
                      <a:cubicBezTo>
                        <a:pt x="6" y="74"/>
                        <a:pt x="0" y="114"/>
                        <a:pt x="6" y="150"/>
                      </a:cubicBezTo>
                      <a:cubicBezTo>
                        <a:pt x="11" y="176"/>
                        <a:pt x="22" y="201"/>
                        <a:pt x="39" y="218"/>
                      </a:cubicBezTo>
                      <a:cubicBezTo>
                        <a:pt x="80" y="259"/>
                        <a:pt x="140" y="246"/>
                        <a:pt x="172" y="190"/>
                      </a:cubicBezTo>
                      <a:cubicBezTo>
                        <a:pt x="191" y="158"/>
                        <a:pt x="207" y="130"/>
                        <a:pt x="211" y="104"/>
                      </a:cubicBezTo>
                      <a:cubicBezTo>
                        <a:pt x="212" y="102"/>
                        <a:pt x="213" y="101"/>
                        <a:pt x="213" y="99"/>
                      </a:cubicBezTo>
                      <a:cubicBezTo>
                        <a:pt x="213" y="99"/>
                        <a:pt x="213" y="98"/>
                        <a:pt x="212" y="98"/>
                      </a:cubicBezTo>
                      <a:cubicBezTo>
                        <a:pt x="207" y="92"/>
                        <a:pt x="203" y="87"/>
                        <a:pt x="199" y="83"/>
                      </a:cubicBez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4" name="îŝḷîḓé-Freeform 42"/>
                <p:cNvSpPr/>
                <p:nvPr>
                  <p:custDataLst>
                    <p:tags r:id="rId25"/>
                  </p:custDataLst>
                </p:nvPr>
              </p:nvSpPr>
              <p:spPr bwMode="auto">
                <a:xfrm>
                  <a:off x="6702425" y="2555876"/>
                  <a:ext cx="763588" cy="1065212"/>
                </a:xfrm>
                <a:custGeom>
                  <a:avLst/>
                  <a:gdLst>
                    <a:gd name="T0" fmla="*/ 22 w 203"/>
                    <a:gd name="T1" fmla="*/ 60 h 283"/>
                    <a:gd name="T2" fmla="*/ 34 w 203"/>
                    <a:gd name="T3" fmla="*/ 216 h 283"/>
                    <a:gd name="T4" fmla="*/ 72 w 203"/>
                    <a:gd name="T5" fmla="*/ 246 h 283"/>
                    <a:gd name="T6" fmla="*/ 95 w 203"/>
                    <a:gd name="T7" fmla="*/ 267 h 283"/>
                    <a:gd name="T8" fmla="*/ 99 w 203"/>
                    <a:gd name="T9" fmla="*/ 270 h 283"/>
                    <a:gd name="T10" fmla="*/ 113 w 203"/>
                    <a:gd name="T11" fmla="*/ 283 h 283"/>
                    <a:gd name="T12" fmla="*/ 170 w 203"/>
                    <a:gd name="T13" fmla="*/ 207 h 283"/>
                    <a:gd name="T14" fmla="*/ 155 w 203"/>
                    <a:gd name="T15" fmla="*/ 31 h 283"/>
                    <a:gd name="T16" fmla="*/ 56 w 203"/>
                    <a:gd name="T17" fmla="*/ 22 h 283"/>
                    <a:gd name="T18" fmla="*/ 22 w 203"/>
                    <a:gd name="T19" fmla="*/ 60 h 2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03" h="283">
                      <a:moveTo>
                        <a:pt x="22" y="60"/>
                      </a:moveTo>
                      <a:cubicBezTo>
                        <a:pt x="0" y="99"/>
                        <a:pt x="11" y="165"/>
                        <a:pt x="34" y="216"/>
                      </a:cubicBezTo>
                      <a:cubicBezTo>
                        <a:pt x="37" y="216"/>
                        <a:pt x="55" y="231"/>
                        <a:pt x="72" y="246"/>
                      </a:cubicBezTo>
                      <a:cubicBezTo>
                        <a:pt x="79" y="252"/>
                        <a:pt x="87" y="259"/>
                        <a:pt x="95" y="267"/>
                      </a:cubicBezTo>
                      <a:cubicBezTo>
                        <a:pt x="97" y="268"/>
                        <a:pt x="98" y="269"/>
                        <a:pt x="99" y="270"/>
                      </a:cubicBezTo>
                      <a:cubicBezTo>
                        <a:pt x="103" y="274"/>
                        <a:pt x="108" y="278"/>
                        <a:pt x="113" y="283"/>
                      </a:cubicBezTo>
                      <a:cubicBezTo>
                        <a:pt x="133" y="272"/>
                        <a:pt x="150" y="241"/>
                        <a:pt x="170" y="207"/>
                      </a:cubicBezTo>
                      <a:cubicBezTo>
                        <a:pt x="203" y="151"/>
                        <a:pt x="196" y="72"/>
                        <a:pt x="155" y="31"/>
                      </a:cubicBezTo>
                      <a:cubicBezTo>
                        <a:pt x="126" y="2"/>
                        <a:pt x="88" y="0"/>
                        <a:pt x="56" y="22"/>
                      </a:cubicBezTo>
                      <a:cubicBezTo>
                        <a:pt x="44" y="31"/>
                        <a:pt x="32" y="43"/>
                        <a:pt x="22" y="6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61" name="îŝḷîḓé-Freeform 43"/>
                <p:cNvSpPr/>
                <p:nvPr>
                  <p:custDataLst>
                    <p:tags r:id="rId26"/>
                  </p:custDataLst>
                </p:nvPr>
              </p:nvSpPr>
              <p:spPr bwMode="auto">
                <a:xfrm>
                  <a:off x="6826250" y="3368675"/>
                  <a:ext cx="1438275" cy="1476375"/>
                </a:xfrm>
                <a:custGeom>
                  <a:avLst/>
                  <a:gdLst>
                    <a:gd name="T0" fmla="*/ 381 w 382"/>
                    <a:gd name="T1" fmla="*/ 346 h 392"/>
                    <a:gd name="T2" fmla="*/ 374 w 382"/>
                    <a:gd name="T3" fmla="*/ 338 h 392"/>
                    <a:gd name="T4" fmla="*/ 80 w 382"/>
                    <a:gd name="T5" fmla="*/ 67 h 392"/>
                    <a:gd name="T6" fmla="*/ 66 w 382"/>
                    <a:gd name="T7" fmla="*/ 54 h 392"/>
                    <a:gd name="T8" fmla="*/ 62 w 382"/>
                    <a:gd name="T9" fmla="*/ 51 h 392"/>
                    <a:gd name="T10" fmla="*/ 39 w 382"/>
                    <a:gd name="T11" fmla="*/ 30 h 392"/>
                    <a:gd name="T12" fmla="*/ 1 w 382"/>
                    <a:gd name="T13" fmla="*/ 0 h 392"/>
                    <a:gd name="T14" fmla="*/ 1 w 382"/>
                    <a:gd name="T15" fmla="*/ 0 h 392"/>
                    <a:gd name="T16" fmla="*/ 1 w 382"/>
                    <a:gd name="T17" fmla="*/ 0 h 392"/>
                    <a:gd name="T18" fmla="*/ 1 w 382"/>
                    <a:gd name="T19" fmla="*/ 0 h 392"/>
                    <a:gd name="T20" fmla="*/ 1 w 382"/>
                    <a:gd name="T21" fmla="*/ 2 h 392"/>
                    <a:gd name="T22" fmla="*/ 57 w 382"/>
                    <a:gd name="T23" fmla="*/ 69 h 392"/>
                    <a:gd name="T24" fmla="*/ 70 w 382"/>
                    <a:gd name="T25" fmla="*/ 84 h 392"/>
                    <a:gd name="T26" fmla="*/ 71 w 382"/>
                    <a:gd name="T27" fmla="*/ 85 h 392"/>
                    <a:gd name="T28" fmla="*/ 347 w 382"/>
                    <a:gd name="T29" fmla="*/ 384 h 392"/>
                    <a:gd name="T30" fmla="*/ 355 w 382"/>
                    <a:gd name="T31" fmla="*/ 392 h 392"/>
                    <a:gd name="T32" fmla="*/ 358 w 382"/>
                    <a:gd name="T33" fmla="*/ 391 h 392"/>
                    <a:gd name="T34" fmla="*/ 374 w 382"/>
                    <a:gd name="T35" fmla="*/ 376 h 392"/>
                    <a:gd name="T36" fmla="*/ 381 w 382"/>
                    <a:gd name="T37" fmla="*/ 351 h 392"/>
                    <a:gd name="T38" fmla="*/ 381 w 382"/>
                    <a:gd name="T39" fmla="*/ 346 h 3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382" h="392">
                      <a:moveTo>
                        <a:pt x="381" y="346"/>
                      </a:moveTo>
                      <a:cubicBezTo>
                        <a:pt x="381" y="346"/>
                        <a:pt x="379" y="343"/>
                        <a:pt x="374" y="338"/>
                      </a:cubicBezTo>
                      <a:cubicBezTo>
                        <a:pt x="337" y="304"/>
                        <a:pt x="177" y="154"/>
                        <a:pt x="80" y="67"/>
                      </a:cubicBezTo>
                      <a:cubicBezTo>
                        <a:pt x="75" y="62"/>
                        <a:pt x="70" y="58"/>
                        <a:pt x="66" y="54"/>
                      </a:cubicBezTo>
                      <a:cubicBezTo>
                        <a:pt x="65" y="53"/>
                        <a:pt x="64" y="52"/>
                        <a:pt x="62" y="51"/>
                      </a:cubicBezTo>
                      <a:cubicBezTo>
                        <a:pt x="54" y="43"/>
                        <a:pt x="46" y="36"/>
                        <a:pt x="39" y="30"/>
                      </a:cubicBezTo>
                      <a:cubicBezTo>
                        <a:pt x="22" y="15"/>
                        <a:pt x="4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1" y="1"/>
                        <a:pt x="1" y="2"/>
                      </a:cubicBezTo>
                      <a:cubicBezTo>
                        <a:pt x="3" y="9"/>
                        <a:pt x="31" y="40"/>
                        <a:pt x="57" y="69"/>
                      </a:cubicBezTo>
                      <a:cubicBezTo>
                        <a:pt x="61" y="73"/>
                        <a:pt x="65" y="78"/>
                        <a:pt x="70" y="84"/>
                      </a:cubicBezTo>
                      <a:cubicBezTo>
                        <a:pt x="71" y="84"/>
                        <a:pt x="71" y="85"/>
                        <a:pt x="71" y="85"/>
                      </a:cubicBezTo>
                      <a:cubicBezTo>
                        <a:pt x="162" y="186"/>
                        <a:pt x="312" y="347"/>
                        <a:pt x="347" y="384"/>
                      </a:cubicBezTo>
                      <a:cubicBezTo>
                        <a:pt x="352" y="389"/>
                        <a:pt x="355" y="392"/>
                        <a:pt x="355" y="392"/>
                      </a:cubicBezTo>
                      <a:cubicBezTo>
                        <a:pt x="355" y="392"/>
                        <a:pt x="356" y="392"/>
                        <a:pt x="358" y="391"/>
                      </a:cubicBezTo>
                      <a:cubicBezTo>
                        <a:pt x="362" y="390"/>
                        <a:pt x="367" y="386"/>
                        <a:pt x="374" y="376"/>
                      </a:cubicBezTo>
                      <a:cubicBezTo>
                        <a:pt x="380" y="365"/>
                        <a:pt x="381" y="356"/>
                        <a:pt x="381" y="351"/>
                      </a:cubicBezTo>
                      <a:cubicBezTo>
                        <a:pt x="382" y="348"/>
                        <a:pt x="381" y="346"/>
                        <a:pt x="381" y="34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6117963" y="2211163"/>
                <a:ext cx="2643327" cy="2700613"/>
                <a:chOff x="5920323" y="2302554"/>
                <a:chExt cx="2180669" cy="2227927"/>
              </a:xfrm>
              <a:effectLst/>
            </p:grpSpPr>
            <p:sp>
              <p:nvSpPr>
                <p:cNvPr id="63" name="îŝḷîḓé-Freeform 28"/>
                <p:cNvSpPr/>
                <p:nvPr>
                  <p:custDataLst>
                    <p:tags r:id="rId27"/>
                  </p:custDataLst>
                </p:nvPr>
              </p:nvSpPr>
              <p:spPr bwMode="auto">
                <a:xfrm>
                  <a:off x="7879324" y="4300937"/>
                  <a:ext cx="221668" cy="229544"/>
                </a:xfrm>
                <a:custGeom>
                  <a:avLst/>
                  <a:gdLst>
                    <a:gd name="T0" fmla="*/ 68 w 83"/>
                    <a:gd name="T1" fmla="*/ 68 h 86"/>
                    <a:gd name="T2" fmla="*/ 34 w 83"/>
                    <a:gd name="T3" fmla="*/ 30 h 86"/>
                    <a:gd name="T4" fmla="*/ 16 w 83"/>
                    <a:gd name="T5" fmla="*/ 10 h 86"/>
                    <a:gd name="T6" fmla="*/ 6 w 83"/>
                    <a:gd name="T7" fmla="*/ 0 h 86"/>
                    <a:gd name="T8" fmla="*/ 3 w 83"/>
                    <a:gd name="T9" fmla="*/ 5 h 86"/>
                    <a:gd name="T10" fmla="*/ 0 w 83"/>
                    <a:gd name="T11" fmla="*/ 11 h 86"/>
                    <a:gd name="T12" fmla="*/ 9 w 83"/>
                    <a:gd name="T13" fmla="*/ 21 h 86"/>
                    <a:gd name="T14" fmla="*/ 29 w 83"/>
                    <a:gd name="T15" fmla="*/ 39 h 86"/>
                    <a:gd name="T16" fmla="*/ 66 w 83"/>
                    <a:gd name="T17" fmla="*/ 72 h 86"/>
                    <a:gd name="T18" fmla="*/ 83 w 83"/>
                    <a:gd name="T19" fmla="*/ 86 h 86"/>
                    <a:gd name="T20" fmla="*/ 83 w 83"/>
                    <a:gd name="T21" fmla="*/ 85 h 86"/>
                    <a:gd name="T22" fmla="*/ 68 w 83"/>
                    <a:gd name="T23" fmla="*/ 68 h 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83" h="86">
                      <a:moveTo>
                        <a:pt x="68" y="68"/>
                      </a:moveTo>
                      <a:cubicBezTo>
                        <a:pt x="59" y="57"/>
                        <a:pt x="46" y="44"/>
                        <a:pt x="34" y="30"/>
                      </a:cubicBezTo>
                      <a:cubicBezTo>
                        <a:pt x="28" y="23"/>
                        <a:pt x="22" y="16"/>
                        <a:pt x="16" y="10"/>
                      </a:cubicBezTo>
                      <a:cubicBezTo>
                        <a:pt x="13" y="6"/>
                        <a:pt x="9" y="3"/>
                        <a:pt x="6" y="0"/>
                      </a:cubicBezTo>
                      <a:cubicBezTo>
                        <a:pt x="5" y="2"/>
                        <a:pt x="4" y="4"/>
                        <a:pt x="3" y="5"/>
                      </a:cubicBezTo>
                      <a:cubicBezTo>
                        <a:pt x="2" y="7"/>
                        <a:pt x="1" y="9"/>
                        <a:pt x="0" y="11"/>
                      </a:cubicBezTo>
                      <a:cubicBezTo>
                        <a:pt x="3" y="14"/>
                        <a:pt x="6" y="18"/>
                        <a:pt x="9" y="21"/>
                      </a:cubicBezTo>
                      <a:cubicBezTo>
                        <a:pt x="15" y="27"/>
                        <a:pt x="22" y="33"/>
                        <a:pt x="29" y="39"/>
                      </a:cubicBezTo>
                      <a:cubicBezTo>
                        <a:pt x="42" y="51"/>
                        <a:pt x="56" y="63"/>
                        <a:pt x="66" y="72"/>
                      </a:cubicBezTo>
                      <a:cubicBezTo>
                        <a:pt x="76" y="81"/>
                        <a:pt x="83" y="86"/>
                        <a:pt x="83" y="86"/>
                      </a:cubicBezTo>
                      <a:cubicBezTo>
                        <a:pt x="83" y="85"/>
                        <a:pt x="83" y="85"/>
                        <a:pt x="83" y="85"/>
                      </a:cubicBezTo>
                      <a:cubicBezTo>
                        <a:pt x="83" y="85"/>
                        <a:pt x="77" y="78"/>
                        <a:pt x="68" y="68"/>
                      </a:cubicBezTo>
                      <a:close/>
                    </a:path>
                  </a:pathLst>
                </a:custGeom>
                <a:solidFill>
                  <a:srgbClr val="B1B1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64" name="îŝḷîḓé-Freeform 29"/>
                <p:cNvSpPr/>
                <p:nvPr>
                  <p:custDataLst>
                    <p:tags r:id="rId28"/>
                  </p:custDataLst>
                </p:nvPr>
              </p:nvSpPr>
              <p:spPr bwMode="auto">
                <a:xfrm>
                  <a:off x="7375227" y="3756332"/>
                  <a:ext cx="554732" cy="640248"/>
                </a:xfrm>
                <a:custGeom>
                  <a:avLst/>
                  <a:gdLst>
                    <a:gd name="T0" fmla="*/ 204 w 208"/>
                    <a:gd name="T1" fmla="*/ 156 h 240"/>
                    <a:gd name="T2" fmla="*/ 48 w 208"/>
                    <a:gd name="T3" fmla="*/ 0 h 240"/>
                    <a:gd name="T4" fmla="*/ 48 w 208"/>
                    <a:gd name="T5" fmla="*/ 0 h 240"/>
                    <a:gd name="T6" fmla="*/ 35 w 208"/>
                    <a:gd name="T7" fmla="*/ 53 h 240"/>
                    <a:gd name="T8" fmla="*/ 0 w 208"/>
                    <a:gd name="T9" fmla="*/ 84 h 240"/>
                    <a:gd name="T10" fmla="*/ 156 w 208"/>
                    <a:gd name="T11" fmla="*/ 240 h 240"/>
                    <a:gd name="T12" fmla="*/ 189 w 208"/>
                    <a:gd name="T13" fmla="*/ 215 h 240"/>
                    <a:gd name="T14" fmla="*/ 192 w 208"/>
                    <a:gd name="T15" fmla="*/ 209 h 240"/>
                    <a:gd name="T16" fmla="*/ 195 w 208"/>
                    <a:gd name="T17" fmla="*/ 204 h 240"/>
                    <a:gd name="T18" fmla="*/ 204 w 208"/>
                    <a:gd name="T19" fmla="*/ 156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08" h="240">
                      <a:moveTo>
                        <a:pt x="204" y="156"/>
                      </a:move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54" y="6"/>
                        <a:pt x="48" y="30"/>
                        <a:pt x="35" y="53"/>
                      </a:cubicBezTo>
                      <a:cubicBezTo>
                        <a:pt x="22" y="75"/>
                        <a:pt x="7" y="89"/>
                        <a:pt x="0" y="84"/>
                      </a:cubicBezTo>
                      <a:cubicBezTo>
                        <a:pt x="156" y="240"/>
                        <a:pt x="156" y="240"/>
                        <a:pt x="156" y="240"/>
                      </a:cubicBezTo>
                      <a:cubicBezTo>
                        <a:pt x="156" y="240"/>
                        <a:pt x="173" y="237"/>
                        <a:pt x="189" y="215"/>
                      </a:cubicBezTo>
                      <a:cubicBezTo>
                        <a:pt x="190" y="213"/>
                        <a:pt x="191" y="211"/>
                        <a:pt x="192" y="209"/>
                      </a:cubicBezTo>
                      <a:cubicBezTo>
                        <a:pt x="193" y="208"/>
                        <a:pt x="194" y="206"/>
                        <a:pt x="195" y="204"/>
                      </a:cubicBezTo>
                      <a:cubicBezTo>
                        <a:pt x="208" y="179"/>
                        <a:pt x="204" y="156"/>
                        <a:pt x="204" y="156"/>
                      </a:cubicBezTo>
                      <a:close/>
                    </a:path>
                  </a:pathLst>
                </a:custGeom>
                <a:solidFill>
                  <a:srgbClr val="C5C5C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65" name="îŝḷîḓé-Freeform 30"/>
                <p:cNvSpPr/>
                <p:nvPr>
                  <p:custDataLst>
                    <p:tags r:id="rId29"/>
                  </p:custDataLst>
                </p:nvPr>
              </p:nvSpPr>
              <p:spPr bwMode="auto">
                <a:xfrm>
                  <a:off x="7363975" y="3746206"/>
                  <a:ext cx="155280" cy="247548"/>
                </a:xfrm>
                <a:custGeom>
                  <a:avLst/>
                  <a:gdLst>
                    <a:gd name="T0" fmla="*/ 52 w 58"/>
                    <a:gd name="T1" fmla="*/ 4 h 93"/>
                    <a:gd name="T2" fmla="*/ 32 w 58"/>
                    <a:gd name="T3" fmla="*/ 13 h 93"/>
                    <a:gd name="T4" fmla="*/ 39 w 58"/>
                    <a:gd name="T5" fmla="*/ 21 h 93"/>
                    <a:gd name="T6" fmla="*/ 39 w 58"/>
                    <a:gd name="T7" fmla="*/ 26 h 93"/>
                    <a:gd name="T8" fmla="*/ 32 w 58"/>
                    <a:gd name="T9" fmla="*/ 51 h 93"/>
                    <a:gd name="T10" fmla="*/ 16 w 58"/>
                    <a:gd name="T11" fmla="*/ 66 h 93"/>
                    <a:gd name="T12" fmla="*/ 13 w 58"/>
                    <a:gd name="T13" fmla="*/ 67 h 93"/>
                    <a:gd name="T14" fmla="*/ 5 w 58"/>
                    <a:gd name="T15" fmla="*/ 59 h 93"/>
                    <a:gd name="T16" fmla="*/ 4 w 58"/>
                    <a:gd name="T17" fmla="*/ 87 h 93"/>
                    <a:gd name="T18" fmla="*/ 4 w 58"/>
                    <a:gd name="T19" fmla="*/ 88 h 93"/>
                    <a:gd name="T20" fmla="*/ 39 w 58"/>
                    <a:gd name="T21" fmla="*/ 57 h 93"/>
                    <a:gd name="T22" fmla="*/ 52 w 58"/>
                    <a:gd name="T23" fmla="*/ 4 h 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8" h="93">
                      <a:moveTo>
                        <a:pt x="52" y="4"/>
                      </a:moveTo>
                      <a:cubicBezTo>
                        <a:pt x="48" y="0"/>
                        <a:pt x="40" y="4"/>
                        <a:pt x="32" y="13"/>
                      </a:cubicBezTo>
                      <a:cubicBezTo>
                        <a:pt x="37" y="18"/>
                        <a:pt x="39" y="21"/>
                        <a:pt x="39" y="21"/>
                      </a:cubicBezTo>
                      <a:cubicBezTo>
                        <a:pt x="39" y="21"/>
                        <a:pt x="40" y="23"/>
                        <a:pt x="39" y="26"/>
                      </a:cubicBezTo>
                      <a:cubicBezTo>
                        <a:pt x="39" y="31"/>
                        <a:pt x="38" y="40"/>
                        <a:pt x="32" y="51"/>
                      </a:cubicBezTo>
                      <a:cubicBezTo>
                        <a:pt x="25" y="61"/>
                        <a:pt x="20" y="65"/>
                        <a:pt x="16" y="66"/>
                      </a:cubicBezTo>
                      <a:cubicBezTo>
                        <a:pt x="14" y="67"/>
                        <a:pt x="13" y="67"/>
                        <a:pt x="13" y="67"/>
                      </a:cubicBezTo>
                      <a:cubicBezTo>
                        <a:pt x="13" y="67"/>
                        <a:pt x="10" y="64"/>
                        <a:pt x="5" y="59"/>
                      </a:cubicBezTo>
                      <a:cubicBezTo>
                        <a:pt x="1" y="72"/>
                        <a:pt x="0" y="83"/>
                        <a:pt x="4" y="87"/>
                      </a:cubicBezTo>
                      <a:cubicBezTo>
                        <a:pt x="4" y="88"/>
                        <a:pt x="4" y="88"/>
                        <a:pt x="4" y="88"/>
                      </a:cubicBezTo>
                      <a:cubicBezTo>
                        <a:pt x="11" y="93"/>
                        <a:pt x="26" y="79"/>
                        <a:pt x="39" y="57"/>
                      </a:cubicBezTo>
                      <a:cubicBezTo>
                        <a:pt x="52" y="34"/>
                        <a:pt x="58" y="10"/>
                        <a:pt x="52" y="4"/>
                      </a:cubicBezTo>
                      <a:close/>
                    </a:path>
                  </a:pathLst>
                </a:custGeom>
                <a:solidFill>
                  <a:srgbClr val="B1B1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66" name="îŝḷîḓé-Freeform 31"/>
                <p:cNvSpPr/>
                <p:nvPr>
                  <p:custDataLst>
                    <p:tags r:id="rId30"/>
                  </p:custDataLst>
                </p:nvPr>
              </p:nvSpPr>
              <p:spPr bwMode="auto">
                <a:xfrm>
                  <a:off x="5920323" y="2783021"/>
                  <a:ext cx="534478" cy="459088"/>
                </a:xfrm>
                <a:custGeom>
                  <a:avLst/>
                  <a:gdLst>
                    <a:gd name="T0" fmla="*/ 82 w 200"/>
                    <a:gd name="T1" fmla="*/ 64 h 172"/>
                    <a:gd name="T2" fmla="*/ 200 w 200"/>
                    <a:gd name="T3" fmla="*/ 38 h 172"/>
                    <a:gd name="T4" fmla="*/ 200 w 200"/>
                    <a:gd name="T5" fmla="*/ 36 h 172"/>
                    <a:gd name="T6" fmla="*/ 73 w 200"/>
                    <a:gd name="T7" fmla="*/ 14 h 172"/>
                    <a:gd name="T8" fmla="*/ 8 w 200"/>
                    <a:gd name="T9" fmla="*/ 126 h 172"/>
                    <a:gd name="T10" fmla="*/ 63 w 200"/>
                    <a:gd name="T11" fmla="*/ 172 h 172"/>
                    <a:gd name="T12" fmla="*/ 82 w 200"/>
                    <a:gd name="T13" fmla="*/ 64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00" h="172">
                      <a:moveTo>
                        <a:pt x="82" y="64"/>
                      </a:moveTo>
                      <a:cubicBezTo>
                        <a:pt x="105" y="25"/>
                        <a:pt x="156" y="22"/>
                        <a:pt x="200" y="38"/>
                      </a:cubicBezTo>
                      <a:cubicBezTo>
                        <a:pt x="200" y="37"/>
                        <a:pt x="199" y="36"/>
                        <a:pt x="200" y="36"/>
                      </a:cubicBezTo>
                      <a:cubicBezTo>
                        <a:pt x="159" y="13"/>
                        <a:pt x="108" y="0"/>
                        <a:pt x="73" y="14"/>
                      </a:cubicBezTo>
                      <a:cubicBezTo>
                        <a:pt x="5" y="41"/>
                        <a:pt x="0" y="80"/>
                        <a:pt x="8" y="126"/>
                      </a:cubicBezTo>
                      <a:cubicBezTo>
                        <a:pt x="13" y="151"/>
                        <a:pt x="34" y="167"/>
                        <a:pt x="63" y="172"/>
                      </a:cubicBezTo>
                      <a:cubicBezTo>
                        <a:pt x="57" y="136"/>
                        <a:pt x="63" y="96"/>
                        <a:pt x="82" y="64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67" name="îŝḷîḓé-Freeform 32"/>
                <p:cNvSpPr/>
                <p:nvPr>
                  <p:custDataLst>
                    <p:tags r:id="rId31"/>
                  </p:custDataLst>
                </p:nvPr>
              </p:nvSpPr>
              <p:spPr bwMode="auto">
                <a:xfrm>
                  <a:off x="6315274" y="2361065"/>
                  <a:ext cx="198038" cy="517599"/>
                </a:xfrm>
                <a:custGeom>
                  <a:avLst/>
                  <a:gdLst>
                    <a:gd name="T0" fmla="*/ 40 w 74"/>
                    <a:gd name="T1" fmla="*/ 38 h 194"/>
                    <a:gd name="T2" fmla="*/ 74 w 74"/>
                    <a:gd name="T3" fmla="*/ 0 h 194"/>
                    <a:gd name="T4" fmla="*/ 1 w 74"/>
                    <a:gd name="T5" fmla="*/ 100 h 194"/>
                    <a:gd name="T6" fmla="*/ 52 w 74"/>
                    <a:gd name="T7" fmla="*/ 194 h 194"/>
                    <a:gd name="T8" fmla="*/ 52 w 74"/>
                    <a:gd name="T9" fmla="*/ 194 h 194"/>
                    <a:gd name="T10" fmla="*/ 40 w 74"/>
                    <a:gd name="T11" fmla="*/ 38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194">
                      <a:moveTo>
                        <a:pt x="40" y="38"/>
                      </a:moveTo>
                      <a:cubicBezTo>
                        <a:pt x="50" y="21"/>
                        <a:pt x="62" y="9"/>
                        <a:pt x="74" y="0"/>
                      </a:cubicBezTo>
                      <a:cubicBezTo>
                        <a:pt x="32" y="10"/>
                        <a:pt x="0" y="31"/>
                        <a:pt x="1" y="100"/>
                      </a:cubicBezTo>
                      <a:cubicBezTo>
                        <a:pt x="1" y="132"/>
                        <a:pt x="23" y="166"/>
                        <a:pt x="52" y="194"/>
                      </a:cubicBezTo>
                      <a:cubicBezTo>
                        <a:pt x="52" y="194"/>
                        <a:pt x="52" y="194"/>
                        <a:pt x="52" y="194"/>
                      </a:cubicBezTo>
                      <a:cubicBezTo>
                        <a:pt x="29" y="143"/>
                        <a:pt x="18" y="77"/>
                        <a:pt x="40" y="38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68" name="îŝḷîḓé-Freeform 33"/>
                <p:cNvSpPr/>
                <p:nvPr>
                  <p:custDataLst>
                    <p:tags r:id="rId32"/>
                  </p:custDataLst>
                </p:nvPr>
              </p:nvSpPr>
              <p:spPr bwMode="auto">
                <a:xfrm>
                  <a:off x="6072227" y="2841532"/>
                  <a:ext cx="569359" cy="690883"/>
                </a:xfrm>
                <a:custGeom>
                  <a:avLst/>
                  <a:gdLst>
                    <a:gd name="T0" fmla="*/ 199 w 213"/>
                    <a:gd name="T1" fmla="*/ 83 h 259"/>
                    <a:gd name="T2" fmla="*/ 143 w 213"/>
                    <a:gd name="T3" fmla="*/ 16 h 259"/>
                    <a:gd name="T4" fmla="*/ 25 w 213"/>
                    <a:gd name="T5" fmla="*/ 42 h 259"/>
                    <a:gd name="T6" fmla="*/ 6 w 213"/>
                    <a:gd name="T7" fmla="*/ 150 h 259"/>
                    <a:gd name="T8" fmla="*/ 39 w 213"/>
                    <a:gd name="T9" fmla="*/ 218 h 259"/>
                    <a:gd name="T10" fmla="*/ 172 w 213"/>
                    <a:gd name="T11" fmla="*/ 190 h 259"/>
                    <a:gd name="T12" fmla="*/ 211 w 213"/>
                    <a:gd name="T13" fmla="*/ 104 h 259"/>
                    <a:gd name="T14" fmla="*/ 213 w 213"/>
                    <a:gd name="T15" fmla="*/ 99 h 259"/>
                    <a:gd name="T16" fmla="*/ 212 w 213"/>
                    <a:gd name="T17" fmla="*/ 98 h 259"/>
                    <a:gd name="T18" fmla="*/ 199 w 213"/>
                    <a:gd name="T19" fmla="*/ 83 h 2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3" h="259">
                      <a:moveTo>
                        <a:pt x="199" y="83"/>
                      </a:moveTo>
                      <a:cubicBezTo>
                        <a:pt x="173" y="54"/>
                        <a:pt x="145" y="23"/>
                        <a:pt x="143" y="16"/>
                      </a:cubicBezTo>
                      <a:cubicBezTo>
                        <a:pt x="99" y="0"/>
                        <a:pt x="48" y="3"/>
                        <a:pt x="25" y="42"/>
                      </a:cubicBezTo>
                      <a:cubicBezTo>
                        <a:pt x="6" y="74"/>
                        <a:pt x="0" y="114"/>
                        <a:pt x="6" y="150"/>
                      </a:cubicBezTo>
                      <a:cubicBezTo>
                        <a:pt x="11" y="176"/>
                        <a:pt x="22" y="201"/>
                        <a:pt x="39" y="218"/>
                      </a:cubicBezTo>
                      <a:cubicBezTo>
                        <a:pt x="80" y="259"/>
                        <a:pt x="140" y="246"/>
                        <a:pt x="172" y="190"/>
                      </a:cubicBezTo>
                      <a:cubicBezTo>
                        <a:pt x="191" y="158"/>
                        <a:pt x="207" y="130"/>
                        <a:pt x="211" y="104"/>
                      </a:cubicBezTo>
                      <a:cubicBezTo>
                        <a:pt x="212" y="102"/>
                        <a:pt x="213" y="101"/>
                        <a:pt x="213" y="99"/>
                      </a:cubicBezTo>
                      <a:cubicBezTo>
                        <a:pt x="213" y="99"/>
                        <a:pt x="213" y="98"/>
                        <a:pt x="212" y="98"/>
                      </a:cubicBezTo>
                      <a:cubicBezTo>
                        <a:pt x="207" y="92"/>
                        <a:pt x="203" y="87"/>
                        <a:pt x="199" y="83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69" name="îŝḷîḓé-Freeform 34"/>
                <p:cNvSpPr/>
                <p:nvPr>
                  <p:custDataLst>
                    <p:tags r:id="rId33"/>
                  </p:custDataLst>
                </p:nvPr>
              </p:nvSpPr>
              <p:spPr bwMode="auto">
                <a:xfrm>
                  <a:off x="6363658" y="2302554"/>
                  <a:ext cx="541229" cy="755020"/>
                </a:xfrm>
                <a:custGeom>
                  <a:avLst/>
                  <a:gdLst>
                    <a:gd name="T0" fmla="*/ 22 w 203"/>
                    <a:gd name="T1" fmla="*/ 60 h 283"/>
                    <a:gd name="T2" fmla="*/ 34 w 203"/>
                    <a:gd name="T3" fmla="*/ 216 h 283"/>
                    <a:gd name="T4" fmla="*/ 72 w 203"/>
                    <a:gd name="T5" fmla="*/ 246 h 283"/>
                    <a:gd name="T6" fmla="*/ 95 w 203"/>
                    <a:gd name="T7" fmla="*/ 267 h 283"/>
                    <a:gd name="T8" fmla="*/ 99 w 203"/>
                    <a:gd name="T9" fmla="*/ 270 h 283"/>
                    <a:gd name="T10" fmla="*/ 113 w 203"/>
                    <a:gd name="T11" fmla="*/ 283 h 283"/>
                    <a:gd name="T12" fmla="*/ 170 w 203"/>
                    <a:gd name="T13" fmla="*/ 207 h 283"/>
                    <a:gd name="T14" fmla="*/ 155 w 203"/>
                    <a:gd name="T15" fmla="*/ 31 h 283"/>
                    <a:gd name="T16" fmla="*/ 56 w 203"/>
                    <a:gd name="T17" fmla="*/ 22 h 283"/>
                    <a:gd name="T18" fmla="*/ 22 w 203"/>
                    <a:gd name="T19" fmla="*/ 60 h 2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03" h="283">
                      <a:moveTo>
                        <a:pt x="22" y="60"/>
                      </a:moveTo>
                      <a:cubicBezTo>
                        <a:pt x="0" y="99"/>
                        <a:pt x="11" y="165"/>
                        <a:pt x="34" y="216"/>
                      </a:cubicBezTo>
                      <a:cubicBezTo>
                        <a:pt x="37" y="216"/>
                        <a:pt x="55" y="231"/>
                        <a:pt x="72" y="246"/>
                      </a:cubicBezTo>
                      <a:cubicBezTo>
                        <a:pt x="79" y="252"/>
                        <a:pt x="87" y="259"/>
                        <a:pt x="95" y="267"/>
                      </a:cubicBezTo>
                      <a:cubicBezTo>
                        <a:pt x="97" y="268"/>
                        <a:pt x="98" y="269"/>
                        <a:pt x="99" y="270"/>
                      </a:cubicBezTo>
                      <a:cubicBezTo>
                        <a:pt x="103" y="274"/>
                        <a:pt x="108" y="278"/>
                        <a:pt x="113" y="283"/>
                      </a:cubicBezTo>
                      <a:cubicBezTo>
                        <a:pt x="133" y="272"/>
                        <a:pt x="150" y="241"/>
                        <a:pt x="170" y="207"/>
                      </a:cubicBezTo>
                      <a:cubicBezTo>
                        <a:pt x="203" y="151"/>
                        <a:pt x="196" y="72"/>
                        <a:pt x="155" y="31"/>
                      </a:cubicBezTo>
                      <a:cubicBezTo>
                        <a:pt x="126" y="2"/>
                        <a:pt x="88" y="0"/>
                        <a:pt x="56" y="22"/>
                      </a:cubicBezTo>
                      <a:cubicBezTo>
                        <a:pt x="44" y="31"/>
                        <a:pt x="32" y="43"/>
                        <a:pt x="22" y="60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70" name="îŝḷîḓé-Freeform 35"/>
                <p:cNvSpPr/>
                <p:nvPr>
                  <p:custDataLst>
                    <p:tags r:id="rId34"/>
                  </p:custDataLst>
                </p:nvPr>
              </p:nvSpPr>
              <p:spPr bwMode="auto">
                <a:xfrm>
                  <a:off x="6451425" y="2878664"/>
                  <a:ext cx="1019446" cy="1046451"/>
                </a:xfrm>
                <a:custGeom>
                  <a:avLst/>
                  <a:gdLst>
                    <a:gd name="T0" fmla="*/ 381 w 382"/>
                    <a:gd name="T1" fmla="*/ 346 h 392"/>
                    <a:gd name="T2" fmla="*/ 374 w 382"/>
                    <a:gd name="T3" fmla="*/ 338 h 392"/>
                    <a:gd name="T4" fmla="*/ 80 w 382"/>
                    <a:gd name="T5" fmla="*/ 67 h 392"/>
                    <a:gd name="T6" fmla="*/ 66 w 382"/>
                    <a:gd name="T7" fmla="*/ 54 h 392"/>
                    <a:gd name="T8" fmla="*/ 62 w 382"/>
                    <a:gd name="T9" fmla="*/ 51 h 392"/>
                    <a:gd name="T10" fmla="*/ 39 w 382"/>
                    <a:gd name="T11" fmla="*/ 30 h 392"/>
                    <a:gd name="T12" fmla="*/ 1 w 382"/>
                    <a:gd name="T13" fmla="*/ 0 h 392"/>
                    <a:gd name="T14" fmla="*/ 1 w 382"/>
                    <a:gd name="T15" fmla="*/ 0 h 392"/>
                    <a:gd name="T16" fmla="*/ 1 w 382"/>
                    <a:gd name="T17" fmla="*/ 0 h 392"/>
                    <a:gd name="T18" fmla="*/ 1 w 382"/>
                    <a:gd name="T19" fmla="*/ 0 h 392"/>
                    <a:gd name="T20" fmla="*/ 1 w 382"/>
                    <a:gd name="T21" fmla="*/ 2 h 392"/>
                    <a:gd name="T22" fmla="*/ 57 w 382"/>
                    <a:gd name="T23" fmla="*/ 69 h 392"/>
                    <a:gd name="T24" fmla="*/ 70 w 382"/>
                    <a:gd name="T25" fmla="*/ 84 h 392"/>
                    <a:gd name="T26" fmla="*/ 71 w 382"/>
                    <a:gd name="T27" fmla="*/ 85 h 392"/>
                    <a:gd name="T28" fmla="*/ 347 w 382"/>
                    <a:gd name="T29" fmla="*/ 384 h 392"/>
                    <a:gd name="T30" fmla="*/ 355 w 382"/>
                    <a:gd name="T31" fmla="*/ 392 h 392"/>
                    <a:gd name="T32" fmla="*/ 358 w 382"/>
                    <a:gd name="T33" fmla="*/ 391 h 392"/>
                    <a:gd name="T34" fmla="*/ 374 w 382"/>
                    <a:gd name="T35" fmla="*/ 376 h 392"/>
                    <a:gd name="T36" fmla="*/ 381 w 382"/>
                    <a:gd name="T37" fmla="*/ 351 h 392"/>
                    <a:gd name="T38" fmla="*/ 381 w 382"/>
                    <a:gd name="T39" fmla="*/ 346 h 3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382" h="392">
                      <a:moveTo>
                        <a:pt x="381" y="346"/>
                      </a:moveTo>
                      <a:cubicBezTo>
                        <a:pt x="381" y="346"/>
                        <a:pt x="379" y="343"/>
                        <a:pt x="374" y="338"/>
                      </a:cubicBezTo>
                      <a:cubicBezTo>
                        <a:pt x="337" y="304"/>
                        <a:pt x="177" y="154"/>
                        <a:pt x="80" y="67"/>
                      </a:cubicBezTo>
                      <a:cubicBezTo>
                        <a:pt x="75" y="62"/>
                        <a:pt x="70" y="58"/>
                        <a:pt x="66" y="54"/>
                      </a:cubicBezTo>
                      <a:cubicBezTo>
                        <a:pt x="65" y="53"/>
                        <a:pt x="64" y="52"/>
                        <a:pt x="62" y="51"/>
                      </a:cubicBezTo>
                      <a:cubicBezTo>
                        <a:pt x="54" y="43"/>
                        <a:pt x="46" y="36"/>
                        <a:pt x="39" y="30"/>
                      </a:cubicBezTo>
                      <a:cubicBezTo>
                        <a:pt x="22" y="15"/>
                        <a:pt x="4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1" y="1"/>
                        <a:pt x="1" y="2"/>
                      </a:cubicBezTo>
                      <a:cubicBezTo>
                        <a:pt x="3" y="9"/>
                        <a:pt x="31" y="40"/>
                        <a:pt x="57" y="69"/>
                      </a:cubicBezTo>
                      <a:cubicBezTo>
                        <a:pt x="61" y="73"/>
                        <a:pt x="65" y="78"/>
                        <a:pt x="70" y="84"/>
                      </a:cubicBezTo>
                      <a:cubicBezTo>
                        <a:pt x="71" y="84"/>
                        <a:pt x="71" y="85"/>
                        <a:pt x="71" y="85"/>
                      </a:cubicBezTo>
                      <a:cubicBezTo>
                        <a:pt x="162" y="186"/>
                        <a:pt x="312" y="347"/>
                        <a:pt x="347" y="384"/>
                      </a:cubicBezTo>
                      <a:cubicBezTo>
                        <a:pt x="352" y="389"/>
                        <a:pt x="355" y="392"/>
                        <a:pt x="355" y="392"/>
                      </a:cubicBezTo>
                      <a:cubicBezTo>
                        <a:pt x="355" y="392"/>
                        <a:pt x="356" y="392"/>
                        <a:pt x="358" y="391"/>
                      </a:cubicBezTo>
                      <a:cubicBezTo>
                        <a:pt x="362" y="390"/>
                        <a:pt x="367" y="386"/>
                        <a:pt x="374" y="376"/>
                      </a:cubicBezTo>
                      <a:cubicBezTo>
                        <a:pt x="380" y="365"/>
                        <a:pt x="381" y="356"/>
                        <a:pt x="381" y="351"/>
                      </a:cubicBezTo>
                      <a:cubicBezTo>
                        <a:pt x="382" y="348"/>
                        <a:pt x="381" y="346"/>
                        <a:pt x="381" y="346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327975" y="532336"/>
                <a:ext cx="2861683" cy="2923702"/>
                <a:chOff x="6076950" y="2555876"/>
                <a:chExt cx="3076576" cy="3143249"/>
              </a:xfrm>
              <a:effectLst/>
            </p:grpSpPr>
            <p:sp>
              <p:nvSpPr>
                <p:cNvPr id="72" name="îŝḷîḓé-Freeform 20"/>
                <p:cNvSpPr/>
                <p:nvPr>
                  <p:custDataLst>
                    <p:tags r:id="rId35"/>
                  </p:custDataLst>
                </p:nvPr>
              </p:nvSpPr>
              <p:spPr bwMode="auto">
                <a:xfrm>
                  <a:off x="8840788" y="5375275"/>
                  <a:ext cx="312738" cy="323850"/>
                </a:xfrm>
                <a:custGeom>
                  <a:avLst/>
                  <a:gdLst>
                    <a:gd name="T0" fmla="*/ 68 w 83"/>
                    <a:gd name="T1" fmla="*/ 68 h 86"/>
                    <a:gd name="T2" fmla="*/ 34 w 83"/>
                    <a:gd name="T3" fmla="*/ 30 h 86"/>
                    <a:gd name="T4" fmla="*/ 16 w 83"/>
                    <a:gd name="T5" fmla="*/ 10 h 86"/>
                    <a:gd name="T6" fmla="*/ 6 w 83"/>
                    <a:gd name="T7" fmla="*/ 0 h 86"/>
                    <a:gd name="T8" fmla="*/ 3 w 83"/>
                    <a:gd name="T9" fmla="*/ 5 h 86"/>
                    <a:gd name="T10" fmla="*/ 0 w 83"/>
                    <a:gd name="T11" fmla="*/ 11 h 86"/>
                    <a:gd name="T12" fmla="*/ 9 w 83"/>
                    <a:gd name="T13" fmla="*/ 21 h 86"/>
                    <a:gd name="T14" fmla="*/ 29 w 83"/>
                    <a:gd name="T15" fmla="*/ 39 h 86"/>
                    <a:gd name="T16" fmla="*/ 66 w 83"/>
                    <a:gd name="T17" fmla="*/ 72 h 86"/>
                    <a:gd name="T18" fmla="*/ 83 w 83"/>
                    <a:gd name="T19" fmla="*/ 86 h 86"/>
                    <a:gd name="T20" fmla="*/ 83 w 83"/>
                    <a:gd name="T21" fmla="*/ 85 h 86"/>
                    <a:gd name="T22" fmla="*/ 68 w 83"/>
                    <a:gd name="T23" fmla="*/ 68 h 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83" h="86">
                      <a:moveTo>
                        <a:pt x="68" y="68"/>
                      </a:moveTo>
                      <a:cubicBezTo>
                        <a:pt x="59" y="57"/>
                        <a:pt x="46" y="44"/>
                        <a:pt x="34" y="30"/>
                      </a:cubicBezTo>
                      <a:cubicBezTo>
                        <a:pt x="28" y="23"/>
                        <a:pt x="22" y="16"/>
                        <a:pt x="16" y="10"/>
                      </a:cubicBezTo>
                      <a:cubicBezTo>
                        <a:pt x="13" y="6"/>
                        <a:pt x="9" y="3"/>
                        <a:pt x="6" y="0"/>
                      </a:cubicBezTo>
                      <a:cubicBezTo>
                        <a:pt x="5" y="2"/>
                        <a:pt x="4" y="4"/>
                        <a:pt x="3" y="5"/>
                      </a:cubicBezTo>
                      <a:cubicBezTo>
                        <a:pt x="2" y="7"/>
                        <a:pt x="1" y="9"/>
                        <a:pt x="0" y="11"/>
                      </a:cubicBezTo>
                      <a:cubicBezTo>
                        <a:pt x="3" y="14"/>
                        <a:pt x="6" y="18"/>
                        <a:pt x="9" y="21"/>
                      </a:cubicBezTo>
                      <a:cubicBezTo>
                        <a:pt x="15" y="27"/>
                        <a:pt x="22" y="33"/>
                        <a:pt x="29" y="39"/>
                      </a:cubicBezTo>
                      <a:cubicBezTo>
                        <a:pt x="42" y="51"/>
                        <a:pt x="56" y="63"/>
                        <a:pt x="66" y="72"/>
                      </a:cubicBezTo>
                      <a:cubicBezTo>
                        <a:pt x="76" y="81"/>
                        <a:pt x="83" y="86"/>
                        <a:pt x="83" y="86"/>
                      </a:cubicBezTo>
                      <a:cubicBezTo>
                        <a:pt x="83" y="85"/>
                        <a:pt x="83" y="85"/>
                        <a:pt x="83" y="85"/>
                      </a:cubicBezTo>
                      <a:cubicBezTo>
                        <a:pt x="83" y="85"/>
                        <a:pt x="77" y="78"/>
                        <a:pt x="68" y="68"/>
                      </a:cubicBezTo>
                      <a:close/>
                    </a:path>
                  </a:pathLst>
                </a:custGeom>
                <a:solidFill>
                  <a:srgbClr val="B1B1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73" name="îŝḷîḓé-Freeform 21"/>
                <p:cNvSpPr/>
                <p:nvPr>
                  <p:custDataLst>
                    <p:tags r:id="rId36"/>
                  </p:custDataLst>
                </p:nvPr>
              </p:nvSpPr>
              <p:spPr bwMode="auto">
                <a:xfrm>
                  <a:off x="8129588" y="4606925"/>
                  <a:ext cx="782638" cy="903287"/>
                </a:xfrm>
                <a:custGeom>
                  <a:avLst/>
                  <a:gdLst>
                    <a:gd name="T0" fmla="*/ 204 w 208"/>
                    <a:gd name="T1" fmla="*/ 156 h 240"/>
                    <a:gd name="T2" fmla="*/ 48 w 208"/>
                    <a:gd name="T3" fmla="*/ 0 h 240"/>
                    <a:gd name="T4" fmla="*/ 48 w 208"/>
                    <a:gd name="T5" fmla="*/ 0 h 240"/>
                    <a:gd name="T6" fmla="*/ 35 w 208"/>
                    <a:gd name="T7" fmla="*/ 53 h 240"/>
                    <a:gd name="T8" fmla="*/ 0 w 208"/>
                    <a:gd name="T9" fmla="*/ 84 h 240"/>
                    <a:gd name="T10" fmla="*/ 156 w 208"/>
                    <a:gd name="T11" fmla="*/ 240 h 240"/>
                    <a:gd name="T12" fmla="*/ 189 w 208"/>
                    <a:gd name="T13" fmla="*/ 215 h 240"/>
                    <a:gd name="T14" fmla="*/ 192 w 208"/>
                    <a:gd name="T15" fmla="*/ 209 h 240"/>
                    <a:gd name="T16" fmla="*/ 195 w 208"/>
                    <a:gd name="T17" fmla="*/ 204 h 240"/>
                    <a:gd name="T18" fmla="*/ 204 w 208"/>
                    <a:gd name="T19" fmla="*/ 156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08" h="240">
                      <a:moveTo>
                        <a:pt x="204" y="156"/>
                      </a:move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54" y="6"/>
                        <a:pt x="48" y="30"/>
                        <a:pt x="35" y="53"/>
                      </a:cubicBezTo>
                      <a:cubicBezTo>
                        <a:pt x="22" y="75"/>
                        <a:pt x="7" y="89"/>
                        <a:pt x="0" y="84"/>
                      </a:cubicBezTo>
                      <a:cubicBezTo>
                        <a:pt x="156" y="240"/>
                        <a:pt x="156" y="240"/>
                        <a:pt x="156" y="240"/>
                      </a:cubicBezTo>
                      <a:cubicBezTo>
                        <a:pt x="156" y="240"/>
                        <a:pt x="173" y="237"/>
                        <a:pt x="189" y="215"/>
                      </a:cubicBezTo>
                      <a:cubicBezTo>
                        <a:pt x="190" y="213"/>
                        <a:pt x="191" y="211"/>
                        <a:pt x="192" y="209"/>
                      </a:cubicBezTo>
                      <a:cubicBezTo>
                        <a:pt x="193" y="208"/>
                        <a:pt x="194" y="206"/>
                        <a:pt x="195" y="204"/>
                      </a:cubicBezTo>
                      <a:cubicBezTo>
                        <a:pt x="208" y="179"/>
                        <a:pt x="204" y="156"/>
                        <a:pt x="204" y="156"/>
                      </a:cubicBezTo>
                      <a:close/>
                    </a:path>
                  </a:pathLst>
                </a:custGeom>
                <a:solidFill>
                  <a:srgbClr val="C5C5C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74" name="îŝḷîḓé-Freeform 22"/>
                <p:cNvSpPr/>
                <p:nvPr>
                  <p:custDataLst>
                    <p:tags r:id="rId37"/>
                  </p:custDataLst>
                </p:nvPr>
              </p:nvSpPr>
              <p:spPr bwMode="auto">
                <a:xfrm>
                  <a:off x="8113713" y="4592638"/>
                  <a:ext cx="219075" cy="349250"/>
                </a:xfrm>
                <a:custGeom>
                  <a:avLst/>
                  <a:gdLst>
                    <a:gd name="T0" fmla="*/ 52 w 58"/>
                    <a:gd name="T1" fmla="*/ 4 h 93"/>
                    <a:gd name="T2" fmla="*/ 32 w 58"/>
                    <a:gd name="T3" fmla="*/ 13 h 93"/>
                    <a:gd name="T4" fmla="*/ 39 w 58"/>
                    <a:gd name="T5" fmla="*/ 21 h 93"/>
                    <a:gd name="T6" fmla="*/ 39 w 58"/>
                    <a:gd name="T7" fmla="*/ 26 h 93"/>
                    <a:gd name="T8" fmla="*/ 32 w 58"/>
                    <a:gd name="T9" fmla="*/ 51 h 93"/>
                    <a:gd name="T10" fmla="*/ 16 w 58"/>
                    <a:gd name="T11" fmla="*/ 66 h 93"/>
                    <a:gd name="T12" fmla="*/ 13 w 58"/>
                    <a:gd name="T13" fmla="*/ 67 h 93"/>
                    <a:gd name="T14" fmla="*/ 5 w 58"/>
                    <a:gd name="T15" fmla="*/ 59 h 93"/>
                    <a:gd name="T16" fmla="*/ 4 w 58"/>
                    <a:gd name="T17" fmla="*/ 87 h 93"/>
                    <a:gd name="T18" fmla="*/ 4 w 58"/>
                    <a:gd name="T19" fmla="*/ 88 h 93"/>
                    <a:gd name="T20" fmla="*/ 39 w 58"/>
                    <a:gd name="T21" fmla="*/ 57 h 93"/>
                    <a:gd name="T22" fmla="*/ 52 w 58"/>
                    <a:gd name="T23" fmla="*/ 4 h 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8" h="93">
                      <a:moveTo>
                        <a:pt x="52" y="4"/>
                      </a:moveTo>
                      <a:cubicBezTo>
                        <a:pt x="48" y="0"/>
                        <a:pt x="40" y="4"/>
                        <a:pt x="32" y="13"/>
                      </a:cubicBezTo>
                      <a:cubicBezTo>
                        <a:pt x="37" y="18"/>
                        <a:pt x="39" y="21"/>
                        <a:pt x="39" y="21"/>
                      </a:cubicBezTo>
                      <a:cubicBezTo>
                        <a:pt x="39" y="21"/>
                        <a:pt x="40" y="23"/>
                        <a:pt x="39" y="26"/>
                      </a:cubicBezTo>
                      <a:cubicBezTo>
                        <a:pt x="39" y="31"/>
                        <a:pt x="38" y="40"/>
                        <a:pt x="32" y="51"/>
                      </a:cubicBezTo>
                      <a:cubicBezTo>
                        <a:pt x="25" y="61"/>
                        <a:pt x="20" y="65"/>
                        <a:pt x="16" y="66"/>
                      </a:cubicBezTo>
                      <a:cubicBezTo>
                        <a:pt x="14" y="67"/>
                        <a:pt x="13" y="67"/>
                        <a:pt x="13" y="67"/>
                      </a:cubicBezTo>
                      <a:cubicBezTo>
                        <a:pt x="13" y="67"/>
                        <a:pt x="10" y="64"/>
                        <a:pt x="5" y="59"/>
                      </a:cubicBezTo>
                      <a:cubicBezTo>
                        <a:pt x="1" y="72"/>
                        <a:pt x="0" y="83"/>
                        <a:pt x="4" y="87"/>
                      </a:cubicBezTo>
                      <a:cubicBezTo>
                        <a:pt x="4" y="88"/>
                        <a:pt x="4" y="88"/>
                        <a:pt x="4" y="88"/>
                      </a:cubicBezTo>
                      <a:cubicBezTo>
                        <a:pt x="11" y="93"/>
                        <a:pt x="26" y="79"/>
                        <a:pt x="39" y="57"/>
                      </a:cubicBezTo>
                      <a:cubicBezTo>
                        <a:pt x="52" y="34"/>
                        <a:pt x="58" y="10"/>
                        <a:pt x="52" y="4"/>
                      </a:cubicBezTo>
                      <a:close/>
                    </a:path>
                  </a:pathLst>
                </a:custGeom>
                <a:solidFill>
                  <a:srgbClr val="B1B1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75" name="îŝḷîḓé-Freeform 23"/>
                <p:cNvSpPr/>
                <p:nvPr>
                  <p:custDataLst>
                    <p:tags r:id="rId38"/>
                  </p:custDataLst>
                </p:nvPr>
              </p:nvSpPr>
              <p:spPr bwMode="auto">
                <a:xfrm>
                  <a:off x="6076950" y="3233738"/>
                  <a:ext cx="754063" cy="647700"/>
                </a:xfrm>
                <a:custGeom>
                  <a:avLst/>
                  <a:gdLst>
                    <a:gd name="T0" fmla="*/ 82 w 200"/>
                    <a:gd name="T1" fmla="*/ 64 h 172"/>
                    <a:gd name="T2" fmla="*/ 200 w 200"/>
                    <a:gd name="T3" fmla="*/ 38 h 172"/>
                    <a:gd name="T4" fmla="*/ 200 w 200"/>
                    <a:gd name="T5" fmla="*/ 36 h 172"/>
                    <a:gd name="T6" fmla="*/ 73 w 200"/>
                    <a:gd name="T7" fmla="*/ 14 h 172"/>
                    <a:gd name="T8" fmla="*/ 8 w 200"/>
                    <a:gd name="T9" fmla="*/ 126 h 172"/>
                    <a:gd name="T10" fmla="*/ 63 w 200"/>
                    <a:gd name="T11" fmla="*/ 172 h 172"/>
                    <a:gd name="T12" fmla="*/ 82 w 200"/>
                    <a:gd name="T13" fmla="*/ 64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00" h="172">
                      <a:moveTo>
                        <a:pt x="82" y="64"/>
                      </a:moveTo>
                      <a:cubicBezTo>
                        <a:pt x="105" y="25"/>
                        <a:pt x="156" y="22"/>
                        <a:pt x="200" y="38"/>
                      </a:cubicBezTo>
                      <a:cubicBezTo>
                        <a:pt x="200" y="37"/>
                        <a:pt x="199" y="36"/>
                        <a:pt x="200" y="36"/>
                      </a:cubicBezTo>
                      <a:cubicBezTo>
                        <a:pt x="159" y="13"/>
                        <a:pt x="108" y="0"/>
                        <a:pt x="73" y="14"/>
                      </a:cubicBezTo>
                      <a:cubicBezTo>
                        <a:pt x="5" y="41"/>
                        <a:pt x="0" y="80"/>
                        <a:pt x="8" y="126"/>
                      </a:cubicBezTo>
                      <a:cubicBezTo>
                        <a:pt x="13" y="151"/>
                        <a:pt x="34" y="167"/>
                        <a:pt x="63" y="172"/>
                      </a:cubicBezTo>
                      <a:cubicBezTo>
                        <a:pt x="57" y="136"/>
                        <a:pt x="63" y="96"/>
                        <a:pt x="82" y="64"/>
                      </a:cubicBez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76" name="îŝḷîḓé-Freeform 24"/>
                <p:cNvSpPr/>
                <p:nvPr>
                  <p:custDataLst>
                    <p:tags r:id="rId39"/>
                  </p:custDataLst>
                </p:nvPr>
              </p:nvSpPr>
              <p:spPr bwMode="auto">
                <a:xfrm>
                  <a:off x="6634163" y="2638425"/>
                  <a:ext cx="279400" cy="730250"/>
                </a:xfrm>
                <a:custGeom>
                  <a:avLst/>
                  <a:gdLst>
                    <a:gd name="T0" fmla="*/ 40 w 74"/>
                    <a:gd name="T1" fmla="*/ 38 h 194"/>
                    <a:gd name="T2" fmla="*/ 74 w 74"/>
                    <a:gd name="T3" fmla="*/ 0 h 194"/>
                    <a:gd name="T4" fmla="*/ 1 w 74"/>
                    <a:gd name="T5" fmla="*/ 100 h 194"/>
                    <a:gd name="T6" fmla="*/ 52 w 74"/>
                    <a:gd name="T7" fmla="*/ 194 h 194"/>
                    <a:gd name="T8" fmla="*/ 52 w 74"/>
                    <a:gd name="T9" fmla="*/ 194 h 194"/>
                    <a:gd name="T10" fmla="*/ 40 w 74"/>
                    <a:gd name="T11" fmla="*/ 38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194">
                      <a:moveTo>
                        <a:pt x="40" y="38"/>
                      </a:moveTo>
                      <a:cubicBezTo>
                        <a:pt x="50" y="21"/>
                        <a:pt x="62" y="9"/>
                        <a:pt x="74" y="0"/>
                      </a:cubicBezTo>
                      <a:cubicBezTo>
                        <a:pt x="32" y="10"/>
                        <a:pt x="0" y="31"/>
                        <a:pt x="1" y="100"/>
                      </a:cubicBezTo>
                      <a:cubicBezTo>
                        <a:pt x="1" y="132"/>
                        <a:pt x="23" y="166"/>
                        <a:pt x="52" y="194"/>
                      </a:cubicBezTo>
                      <a:cubicBezTo>
                        <a:pt x="52" y="194"/>
                        <a:pt x="52" y="194"/>
                        <a:pt x="52" y="194"/>
                      </a:cubicBezTo>
                      <a:cubicBezTo>
                        <a:pt x="29" y="143"/>
                        <a:pt x="18" y="77"/>
                        <a:pt x="40" y="38"/>
                      </a:cubicBez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77" name="îŝḷîḓé-Freeform 25"/>
                <p:cNvSpPr/>
                <p:nvPr>
                  <p:custDataLst>
                    <p:tags r:id="rId40"/>
                  </p:custDataLst>
                </p:nvPr>
              </p:nvSpPr>
              <p:spPr bwMode="auto">
                <a:xfrm>
                  <a:off x="6291263" y="3316288"/>
                  <a:ext cx="803275" cy="974725"/>
                </a:xfrm>
                <a:custGeom>
                  <a:avLst/>
                  <a:gdLst>
                    <a:gd name="T0" fmla="*/ 199 w 213"/>
                    <a:gd name="T1" fmla="*/ 83 h 259"/>
                    <a:gd name="T2" fmla="*/ 143 w 213"/>
                    <a:gd name="T3" fmla="*/ 16 h 259"/>
                    <a:gd name="T4" fmla="*/ 25 w 213"/>
                    <a:gd name="T5" fmla="*/ 42 h 259"/>
                    <a:gd name="T6" fmla="*/ 6 w 213"/>
                    <a:gd name="T7" fmla="*/ 150 h 259"/>
                    <a:gd name="T8" fmla="*/ 39 w 213"/>
                    <a:gd name="T9" fmla="*/ 218 h 259"/>
                    <a:gd name="T10" fmla="*/ 172 w 213"/>
                    <a:gd name="T11" fmla="*/ 190 h 259"/>
                    <a:gd name="T12" fmla="*/ 211 w 213"/>
                    <a:gd name="T13" fmla="*/ 104 h 259"/>
                    <a:gd name="T14" fmla="*/ 213 w 213"/>
                    <a:gd name="T15" fmla="*/ 99 h 259"/>
                    <a:gd name="T16" fmla="*/ 212 w 213"/>
                    <a:gd name="T17" fmla="*/ 98 h 259"/>
                    <a:gd name="T18" fmla="*/ 199 w 213"/>
                    <a:gd name="T19" fmla="*/ 83 h 2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3" h="259">
                      <a:moveTo>
                        <a:pt x="199" y="83"/>
                      </a:moveTo>
                      <a:cubicBezTo>
                        <a:pt x="173" y="54"/>
                        <a:pt x="145" y="23"/>
                        <a:pt x="143" y="16"/>
                      </a:cubicBezTo>
                      <a:cubicBezTo>
                        <a:pt x="99" y="0"/>
                        <a:pt x="48" y="3"/>
                        <a:pt x="25" y="42"/>
                      </a:cubicBezTo>
                      <a:cubicBezTo>
                        <a:pt x="6" y="74"/>
                        <a:pt x="0" y="114"/>
                        <a:pt x="6" y="150"/>
                      </a:cubicBezTo>
                      <a:cubicBezTo>
                        <a:pt x="11" y="176"/>
                        <a:pt x="22" y="201"/>
                        <a:pt x="39" y="218"/>
                      </a:cubicBezTo>
                      <a:cubicBezTo>
                        <a:pt x="80" y="259"/>
                        <a:pt x="140" y="246"/>
                        <a:pt x="172" y="190"/>
                      </a:cubicBezTo>
                      <a:cubicBezTo>
                        <a:pt x="191" y="158"/>
                        <a:pt x="207" y="130"/>
                        <a:pt x="211" y="104"/>
                      </a:cubicBezTo>
                      <a:cubicBezTo>
                        <a:pt x="212" y="102"/>
                        <a:pt x="213" y="101"/>
                        <a:pt x="213" y="99"/>
                      </a:cubicBezTo>
                      <a:cubicBezTo>
                        <a:pt x="213" y="99"/>
                        <a:pt x="213" y="98"/>
                        <a:pt x="212" y="98"/>
                      </a:cubicBezTo>
                      <a:cubicBezTo>
                        <a:pt x="207" y="92"/>
                        <a:pt x="203" y="87"/>
                        <a:pt x="199" y="83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78" name="îŝḷîḓé-Freeform 26"/>
                <p:cNvSpPr/>
                <p:nvPr>
                  <p:custDataLst>
                    <p:tags r:id="rId41"/>
                  </p:custDataLst>
                </p:nvPr>
              </p:nvSpPr>
              <p:spPr bwMode="auto">
                <a:xfrm>
                  <a:off x="6702425" y="2555876"/>
                  <a:ext cx="763588" cy="1065212"/>
                </a:xfrm>
                <a:custGeom>
                  <a:avLst/>
                  <a:gdLst>
                    <a:gd name="T0" fmla="*/ 22 w 203"/>
                    <a:gd name="T1" fmla="*/ 60 h 283"/>
                    <a:gd name="T2" fmla="*/ 34 w 203"/>
                    <a:gd name="T3" fmla="*/ 216 h 283"/>
                    <a:gd name="T4" fmla="*/ 72 w 203"/>
                    <a:gd name="T5" fmla="*/ 246 h 283"/>
                    <a:gd name="T6" fmla="*/ 95 w 203"/>
                    <a:gd name="T7" fmla="*/ 267 h 283"/>
                    <a:gd name="T8" fmla="*/ 99 w 203"/>
                    <a:gd name="T9" fmla="*/ 270 h 283"/>
                    <a:gd name="T10" fmla="*/ 113 w 203"/>
                    <a:gd name="T11" fmla="*/ 283 h 283"/>
                    <a:gd name="T12" fmla="*/ 170 w 203"/>
                    <a:gd name="T13" fmla="*/ 207 h 283"/>
                    <a:gd name="T14" fmla="*/ 155 w 203"/>
                    <a:gd name="T15" fmla="*/ 31 h 283"/>
                    <a:gd name="T16" fmla="*/ 56 w 203"/>
                    <a:gd name="T17" fmla="*/ 22 h 283"/>
                    <a:gd name="T18" fmla="*/ 22 w 203"/>
                    <a:gd name="T19" fmla="*/ 60 h 2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03" h="283">
                      <a:moveTo>
                        <a:pt x="22" y="60"/>
                      </a:moveTo>
                      <a:cubicBezTo>
                        <a:pt x="0" y="99"/>
                        <a:pt x="11" y="165"/>
                        <a:pt x="34" y="216"/>
                      </a:cubicBezTo>
                      <a:cubicBezTo>
                        <a:pt x="37" y="216"/>
                        <a:pt x="55" y="231"/>
                        <a:pt x="72" y="246"/>
                      </a:cubicBezTo>
                      <a:cubicBezTo>
                        <a:pt x="79" y="252"/>
                        <a:pt x="87" y="259"/>
                        <a:pt x="95" y="267"/>
                      </a:cubicBezTo>
                      <a:cubicBezTo>
                        <a:pt x="97" y="268"/>
                        <a:pt x="98" y="269"/>
                        <a:pt x="99" y="270"/>
                      </a:cubicBezTo>
                      <a:cubicBezTo>
                        <a:pt x="103" y="274"/>
                        <a:pt x="108" y="278"/>
                        <a:pt x="113" y="283"/>
                      </a:cubicBezTo>
                      <a:cubicBezTo>
                        <a:pt x="133" y="272"/>
                        <a:pt x="150" y="241"/>
                        <a:pt x="170" y="207"/>
                      </a:cubicBezTo>
                      <a:cubicBezTo>
                        <a:pt x="203" y="151"/>
                        <a:pt x="196" y="72"/>
                        <a:pt x="155" y="31"/>
                      </a:cubicBezTo>
                      <a:cubicBezTo>
                        <a:pt x="126" y="2"/>
                        <a:pt x="88" y="0"/>
                        <a:pt x="56" y="22"/>
                      </a:cubicBezTo>
                      <a:cubicBezTo>
                        <a:pt x="44" y="31"/>
                        <a:pt x="32" y="43"/>
                        <a:pt x="22" y="60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79" name="îŝḷîḓé-Freeform 27"/>
                <p:cNvSpPr/>
                <p:nvPr>
                  <p:custDataLst>
                    <p:tags r:id="rId42"/>
                  </p:custDataLst>
                </p:nvPr>
              </p:nvSpPr>
              <p:spPr bwMode="auto">
                <a:xfrm>
                  <a:off x="6826250" y="3368675"/>
                  <a:ext cx="1438275" cy="1476375"/>
                </a:xfrm>
                <a:custGeom>
                  <a:avLst/>
                  <a:gdLst>
                    <a:gd name="T0" fmla="*/ 381 w 382"/>
                    <a:gd name="T1" fmla="*/ 346 h 392"/>
                    <a:gd name="T2" fmla="*/ 374 w 382"/>
                    <a:gd name="T3" fmla="*/ 338 h 392"/>
                    <a:gd name="T4" fmla="*/ 80 w 382"/>
                    <a:gd name="T5" fmla="*/ 67 h 392"/>
                    <a:gd name="T6" fmla="*/ 66 w 382"/>
                    <a:gd name="T7" fmla="*/ 54 h 392"/>
                    <a:gd name="T8" fmla="*/ 62 w 382"/>
                    <a:gd name="T9" fmla="*/ 51 h 392"/>
                    <a:gd name="T10" fmla="*/ 39 w 382"/>
                    <a:gd name="T11" fmla="*/ 30 h 392"/>
                    <a:gd name="T12" fmla="*/ 1 w 382"/>
                    <a:gd name="T13" fmla="*/ 0 h 392"/>
                    <a:gd name="T14" fmla="*/ 1 w 382"/>
                    <a:gd name="T15" fmla="*/ 0 h 392"/>
                    <a:gd name="T16" fmla="*/ 1 w 382"/>
                    <a:gd name="T17" fmla="*/ 0 h 392"/>
                    <a:gd name="T18" fmla="*/ 1 w 382"/>
                    <a:gd name="T19" fmla="*/ 0 h 392"/>
                    <a:gd name="T20" fmla="*/ 1 w 382"/>
                    <a:gd name="T21" fmla="*/ 2 h 392"/>
                    <a:gd name="T22" fmla="*/ 57 w 382"/>
                    <a:gd name="T23" fmla="*/ 69 h 392"/>
                    <a:gd name="T24" fmla="*/ 70 w 382"/>
                    <a:gd name="T25" fmla="*/ 84 h 392"/>
                    <a:gd name="T26" fmla="*/ 71 w 382"/>
                    <a:gd name="T27" fmla="*/ 85 h 392"/>
                    <a:gd name="T28" fmla="*/ 347 w 382"/>
                    <a:gd name="T29" fmla="*/ 384 h 392"/>
                    <a:gd name="T30" fmla="*/ 355 w 382"/>
                    <a:gd name="T31" fmla="*/ 392 h 392"/>
                    <a:gd name="T32" fmla="*/ 358 w 382"/>
                    <a:gd name="T33" fmla="*/ 391 h 392"/>
                    <a:gd name="T34" fmla="*/ 374 w 382"/>
                    <a:gd name="T35" fmla="*/ 376 h 392"/>
                    <a:gd name="T36" fmla="*/ 381 w 382"/>
                    <a:gd name="T37" fmla="*/ 351 h 392"/>
                    <a:gd name="T38" fmla="*/ 381 w 382"/>
                    <a:gd name="T39" fmla="*/ 346 h 3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382" h="392">
                      <a:moveTo>
                        <a:pt x="381" y="346"/>
                      </a:moveTo>
                      <a:cubicBezTo>
                        <a:pt x="381" y="346"/>
                        <a:pt x="379" y="343"/>
                        <a:pt x="374" y="338"/>
                      </a:cubicBezTo>
                      <a:cubicBezTo>
                        <a:pt x="337" y="304"/>
                        <a:pt x="177" y="154"/>
                        <a:pt x="80" y="67"/>
                      </a:cubicBezTo>
                      <a:cubicBezTo>
                        <a:pt x="75" y="62"/>
                        <a:pt x="70" y="58"/>
                        <a:pt x="66" y="54"/>
                      </a:cubicBezTo>
                      <a:cubicBezTo>
                        <a:pt x="65" y="53"/>
                        <a:pt x="64" y="52"/>
                        <a:pt x="62" y="51"/>
                      </a:cubicBezTo>
                      <a:cubicBezTo>
                        <a:pt x="54" y="43"/>
                        <a:pt x="46" y="36"/>
                        <a:pt x="39" y="30"/>
                      </a:cubicBezTo>
                      <a:cubicBezTo>
                        <a:pt x="22" y="15"/>
                        <a:pt x="4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1" y="1"/>
                        <a:pt x="1" y="2"/>
                      </a:cubicBezTo>
                      <a:cubicBezTo>
                        <a:pt x="3" y="9"/>
                        <a:pt x="31" y="40"/>
                        <a:pt x="57" y="69"/>
                      </a:cubicBezTo>
                      <a:cubicBezTo>
                        <a:pt x="61" y="73"/>
                        <a:pt x="65" y="78"/>
                        <a:pt x="70" y="84"/>
                      </a:cubicBezTo>
                      <a:cubicBezTo>
                        <a:pt x="71" y="84"/>
                        <a:pt x="71" y="85"/>
                        <a:pt x="71" y="85"/>
                      </a:cubicBezTo>
                      <a:cubicBezTo>
                        <a:pt x="162" y="186"/>
                        <a:pt x="312" y="347"/>
                        <a:pt x="347" y="384"/>
                      </a:cubicBezTo>
                      <a:cubicBezTo>
                        <a:pt x="352" y="389"/>
                        <a:pt x="355" y="392"/>
                        <a:pt x="355" y="392"/>
                      </a:cubicBezTo>
                      <a:cubicBezTo>
                        <a:pt x="355" y="392"/>
                        <a:pt x="356" y="392"/>
                        <a:pt x="358" y="391"/>
                      </a:cubicBezTo>
                      <a:cubicBezTo>
                        <a:pt x="362" y="390"/>
                        <a:pt x="367" y="386"/>
                        <a:pt x="374" y="376"/>
                      </a:cubicBezTo>
                      <a:cubicBezTo>
                        <a:pt x="380" y="365"/>
                        <a:pt x="381" y="356"/>
                        <a:pt x="381" y="351"/>
                      </a:cubicBezTo>
                      <a:cubicBezTo>
                        <a:pt x="382" y="348"/>
                        <a:pt x="381" y="346"/>
                        <a:pt x="381" y="346"/>
                      </a:cubicBez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  <p:txBody>
                <a:bodyPr anchor="ctr">
                  <a:noAutofit/>
                </a:bodyPr>
                <a:p>
                  <a:pPr algn="ctr"/>
                  <a:endParaRPr>
                    <a:solidFill>
                      <a:schemeClr val="dk1"/>
                    </a:solidFill>
                  </a:endParaRPr>
                </a:p>
              </p:txBody>
            </p:sp>
          </p:grpSp>
        </p:grpSp>
        <p:grpSp>
          <p:nvGrpSpPr>
            <p:cNvPr id="80" name="组合 79"/>
            <p:cNvGrpSpPr/>
            <p:nvPr/>
          </p:nvGrpSpPr>
          <p:grpSpPr>
            <a:xfrm>
              <a:off x="2242" y="3166"/>
              <a:ext cx="8473" cy="5575"/>
              <a:chOff x="9886" y="2574"/>
              <a:chExt cx="9567" cy="6295"/>
            </a:xfrm>
          </p:grpSpPr>
          <p:sp>
            <p:nvSpPr>
              <p:cNvPr id="81" name="文本框 7"/>
              <p:cNvSpPr txBox="1"/>
              <p:nvPr>
                <p:custDataLst>
                  <p:tags r:id="rId43"/>
                </p:custDataLst>
              </p:nvPr>
            </p:nvSpPr>
            <p:spPr>
              <a:xfrm>
                <a:off x="9886" y="4147"/>
                <a:ext cx="9566" cy="4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 eaLnBrk="0" hangingPunct="0">
                  <a:lnSpc>
                    <a:spcPct val="100000"/>
                  </a:lnSpc>
                </a:pPr>
                <a:r>
                  <a:rPr sz="1400" dirty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Source Han Sans CN Regular" panose="020B0500000000000000" charset="-122"/>
                    <a:ea typeface="Source Han Sans CN Regular" panose="020B0500000000000000" charset="-122"/>
                    <a:sym typeface="微软雅黑" panose="020B0703020204020201" charset="-122"/>
                  </a:rPr>
                  <a:t>{{#####}}</a:t>
                </a:r>
                <a:endParaRPr lang="zh-CN" altLang="en-US" sz="1400" dirty="0">
                  <a:solidFill>
                    <a:schemeClr val="dk1">
                      <a:lumMod val="75000"/>
                      <a:lumOff val="25000"/>
                    </a:schemeClr>
                  </a:solidFill>
                  <a:latin typeface="Source Han Sans CN Regular" panose="020B0500000000000000" charset="-122"/>
                  <a:ea typeface="Source Han Sans CN Regular" panose="020B0500000000000000" charset="-122"/>
                  <a:cs typeface="思源黑体 CN Light" panose="020B0500000000000000" charset="-122"/>
                  <a:sym typeface="微软雅黑" panose="020B0703020204020201" charset="-122"/>
                </a:endParaRPr>
              </a:p>
            </p:txBody>
          </p:sp>
          <p:sp>
            <p:nvSpPr>
              <p:cNvPr id="82" name="文本框 81"/>
              <p:cNvSpPr txBox="1"/>
              <p:nvPr>
                <p:custDataLst>
                  <p:tags r:id="rId44"/>
                </p:custDataLst>
              </p:nvPr>
            </p:nvSpPr>
            <p:spPr>
              <a:xfrm>
                <a:off x="9886" y="2574"/>
                <a:ext cx="9567" cy="1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25000"/>
                  <a:buFontTx/>
                  <a:buNone/>
                </a:pPr>
                <a:r>
                  <a:rPr sz="2000" b="1" dirty="0">
                    <a:solidFill>
                      <a:schemeClr val="dk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{{####}}</a:t>
                </a:r>
                <a:endParaRPr kumimoji="0" lang="zh-CN" altLang="en-US" sz="2000" b="1" i="0" u="none" strike="noStrike" kern="1200" cap="none" spc="0" normalizeH="0" baseline="0" noProof="0" dirty="0"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dk1"/>
                  </a:solidFill>
                  <a:uLnTx/>
                  <a:uFillTx/>
                  <a:latin typeface="Source Han Sans CN Bold" panose="020B0500000000000000" charset="-122"/>
                  <a:ea typeface="Source Han Sans CN Bold" panose="020B0500000000000000" charset="-122"/>
                  <a:cs typeface="思源黑体 CN Light" panose="020B0500000000000000" charset="-122"/>
                  <a:sym typeface="+mn-ea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7" name="组合 16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18" name="图片 17" descr="13备份 1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>
              <p:custDataLst>
                <p:tags r:id="rId3"/>
              </p:custDataLst>
            </p:nvPr>
          </p:nvSpPr>
          <p:spPr>
            <a:xfrm>
              <a:off x="1514" y="356"/>
              <a:ext cx="14037" cy="87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/>
              <a:r>
                <a:rPr lang="zh-CN" altLang="en-US" sz="2000" b="1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rPr>
                <a:t>{{###}}</a:t>
              </a:r>
              <a:endParaRPr lang="zh-CN" altLang="en-US" sz="2000" b="1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lt"/>
              </a:endParaRPr>
            </a:p>
          </p:txBody>
        </p:sp>
        <p:pic>
          <p:nvPicPr>
            <p:cNvPr id="20" name="图片 19" descr="消防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8" y="356"/>
              <a:ext cx="836" cy="984"/>
            </a:xfrm>
            <a:prstGeom prst="rect">
              <a:avLst/>
            </a:prstGeom>
          </p:spPr>
        </p:pic>
      </p:grpSp>
      <p:grpSp>
        <p:nvGrpSpPr>
          <p:cNvPr id="34" name="组合 33"/>
          <p:cNvGrpSpPr/>
          <p:nvPr/>
        </p:nvGrpSpPr>
        <p:grpSpPr>
          <a:xfrm>
            <a:off x="799465" y="1745615"/>
            <a:ext cx="10717530" cy="4482465"/>
            <a:chOff x="736" y="2749"/>
            <a:chExt cx="16878" cy="7059"/>
          </a:xfrm>
        </p:grpSpPr>
        <p:sp>
          <p:nvSpPr>
            <p:cNvPr id="35" name="左弧形箭头 19"/>
            <p:cNvSpPr/>
            <p:nvPr>
              <p:custDataLst>
                <p:tags r:id="rId6"/>
              </p:custDataLst>
            </p:nvPr>
          </p:nvSpPr>
          <p:spPr>
            <a:xfrm>
              <a:off x="6776" y="3130"/>
              <a:ext cx="1889" cy="5029"/>
            </a:xfrm>
            <a:prstGeom prst="curvedRightArrow">
              <a:avLst>
                <a:gd name="adj1" fmla="val 17641"/>
                <a:gd name="adj2" fmla="val 50000"/>
                <a:gd name="adj3" fmla="val 2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36" name="左弧形箭头 20"/>
            <p:cNvSpPr/>
            <p:nvPr>
              <p:custDataLst>
                <p:tags r:id="rId7"/>
              </p:custDataLst>
            </p:nvPr>
          </p:nvSpPr>
          <p:spPr>
            <a:xfrm flipH="1" flipV="1">
              <a:off x="9858" y="2749"/>
              <a:ext cx="1889" cy="5029"/>
            </a:xfrm>
            <a:prstGeom prst="curvedRightArrow">
              <a:avLst>
                <a:gd name="adj1" fmla="val 17641"/>
                <a:gd name="adj2" fmla="val 50000"/>
                <a:gd name="adj3" fmla="val 2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50" name="矩形-8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11745" y="9338"/>
              <a:ext cx="372" cy="372"/>
            </a:xfrm>
            <a:custGeom>
              <a:avLst/>
              <a:gdLst/>
              <a:ahLst/>
              <a:cxnLst>
                <a:cxn ang="0">
                  <a:pos x="49" y="49"/>
                </a:cxn>
                <a:cxn ang="0">
                  <a:pos x="48" y="50"/>
                </a:cxn>
                <a:cxn ang="0">
                  <a:pos x="43" y="50"/>
                </a:cxn>
                <a:cxn ang="0">
                  <a:pos x="40" y="48"/>
                </a:cxn>
                <a:cxn ang="0">
                  <a:pos x="2" y="10"/>
                </a:cxn>
                <a:cxn ang="0">
                  <a:pos x="0" y="7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35" y="15"/>
                </a:cxn>
                <a:cxn ang="0">
                  <a:pos x="50" y="48"/>
                </a:cxn>
                <a:cxn ang="0">
                  <a:pos x="49" y="49"/>
                </a:cxn>
                <a:cxn ang="0">
                  <a:pos x="31" y="49"/>
                </a:cxn>
                <a:cxn ang="0">
                  <a:pos x="29" y="50"/>
                </a:cxn>
                <a:cxn ang="0">
                  <a:pos x="25" y="50"/>
                </a:cxn>
                <a:cxn ang="0">
                  <a:pos x="22" y="48"/>
                </a:cxn>
                <a:cxn ang="0">
                  <a:pos x="2" y="28"/>
                </a:cxn>
                <a:cxn ang="0">
                  <a:pos x="0" y="25"/>
                </a:cxn>
                <a:cxn ang="0">
                  <a:pos x="0" y="20"/>
                </a:cxn>
                <a:cxn ang="0">
                  <a:pos x="1" y="19"/>
                </a:cxn>
                <a:cxn ang="0">
                  <a:pos x="2" y="18"/>
                </a:cxn>
                <a:cxn ang="0">
                  <a:pos x="2" y="18"/>
                </a:cxn>
                <a:cxn ang="0">
                  <a:pos x="22" y="28"/>
                </a:cxn>
                <a:cxn ang="0">
                  <a:pos x="32" y="48"/>
                </a:cxn>
                <a:cxn ang="0">
                  <a:pos x="31" y="49"/>
                </a:cxn>
                <a:cxn ang="0">
                  <a:pos x="7" y="50"/>
                </a:cxn>
                <a:cxn ang="0">
                  <a:pos x="0" y="43"/>
                </a:cxn>
                <a:cxn ang="0">
                  <a:pos x="7" y="36"/>
                </a:cxn>
                <a:cxn ang="0">
                  <a:pos x="13" y="43"/>
                </a:cxn>
                <a:cxn ang="0">
                  <a:pos x="7" y="50"/>
                </a:cxn>
              </a:cxnLst>
              <a:rect l="0" t="0" r="r" b="b"/>
              <a:pathLst>
                <a:path w="50" h="50">
                  <a:moveTo>
                    <a:pt x="49" y="49"/>
                  </a:moveTo>
                  <a:cubicBezTo>
                    <a:pt x="49" y="50"/>
                    <a:pt x="48" y="50"/>
                    <a:pt x="48" y="50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41" y="50"/>
                    <a:pt x="40" y="49"/>
                    <a:pt x="40" y="48"/>
                  </a:cubicBezTo>
                  <a:cubicBezTo>
                    <a:pt x="39" y="27"/>
                    <a:pt x="23" y="11"/>
                    <a:pt x="2" y="10"/>
                  </a:cubicBezTo>
                  <a:cubicBezTo>
                    <a:pt x="1" y="9"/>
                    <a:pt x="0" y="8"/>
                    <a:pt x="0" y="7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5" y="1"/>
                    <a:pt x="26" y="6"/>
                    <a:pt x="35" y="15"/>
                  </a:cubicBezTo>
                  <a:cubicBezTo>
                    <a:pt x="44" y="24"/>
                    <a:pt x="49" y="35"/>
                    <a:pt x="50" y="48"/>
                  </a:cubicBezTo>
                  <a:cubicBezTo>
                    <a:pt x="50" y="48"/>
                    <a:pt x="50" y="49"/>
                    <a:pt x="49" y="49"/>
                  </a:cubicBezTo>
                  <a:close/>
                  <a:moveTo>
                    <a:pt x="31" y="49"/>
                  </a:moveTo>
                  <a:cubicBezTo>
                    <a:pt x="31" y="50"/>
                    <a:pt x="30" y="50"/>
                    <a:pt x="29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3" y="50"/>
                    <a:pt x="23" y="49"/>
                    <a:pt x="22" y="48"/>
                  </a:cubicBezTo>
                  <a:cubicBezTo>
                    <a:pt x="21" y="37"/>
                    <a:pt x="13" y="29"/>
                    <a:pt x="2" y="28"/>
                  </a:cubicBezTo>
                  <a:cubicBezTo>
                    <a:pt x="1" y="27"/>
                    <a:pt x="0" y="26"/>
                    <a:pt x="0" y="25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19"/>
                    <a:pt x="1" y="19"/>
                  </a:cubicBezTo>
                  <a:cubicBezTo>
                    <a:pt x="1" y="18"/>
                    <a:pt x="1" y="18"/>
                    <a:pt x="2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10" y="19"/>
                    <a:pt x="17" y="22"/>
                    <a:pt x="22" y="28"/>
                  </a:cubicBezTo>
                  <a:cubicBezTo>
                    <a:pt x="28" y="33"/>
                    <a:pt x="31" y="40"/>
                    <a:pt x="32" y="48"/>
                  </a:cubicBezTo>
                  <a:cubicBezTo>
                    <a:pt x="32" y="48"/>
                    <a:pt x="32" y="49"/>
                    <a:pt x="31" y="49"/>
                  </a:cubicBezTo>
                  <a:close/>
                  <a:moveTo>
                    <a:pt x="7" y="50"/>
                  </a:moveTo>
                  <a:cubicBezTo>
                    <a:pt x="3" y="50"/>
                    <a:pt x="0" y="47"/>
                    <a:pt x="0" y="43"/>
                  </a:cubicBezTo>
                  <a:cubicBezTo>
                    <a:pt x="0" y="40"/>
                    <a:pt x="3" y="36"/>
                    <a:pt x="7" y="36"/>
                  </a:cubicBezTo>
                  <a:cubicBezTo>
                    <a:pt x="10" y="36"/>
                    <a:pt x="13" y="40"/>
                    <a:pt x="13" y="43"/>
                  </a:cubicBezTo>
                  <a:cubicBezTo>
                    <a:pt x="13" y="47"/>
                    <a:pt x="10" y="50"/>
                    <a:pt x="7" y="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algn="ctr"/>
              <a:endParaRPr lang="en-US" sz="2000" dirty="0">
                <a:solidFill>
                  <a:srgbClr val="000000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55" name="矩形-9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6406" y="9370"/>
              <a:ext cx="441" cy="438"/>
            </a:xfrm>
            <a:custGeom>
              <a:avLst/>
              <a:gdLst/>
              <a:ahLst/>
              <a:cxnLst>
                <a:cxn ang="0">
                  <a:pos x="55" y="59"/>
                </a:cxn>
                <a:cxn ang="0">
                  <a:pos x="51" y="58"/>
                </a:cxn>
                <a:cxn ang="0">
                  <a:pos x="39" y="46"/>
                </a:cxn>
                <a:cxn ang="0">
                  <a:pos x="25" y="50"/>
                </a:cxn>
                <a:cxn ang="0">
                  <a:pos x="0" y="25"/>
                </a:cxn>
                <a:cxn ang="0">
                  <a:pos x="25" y="0"/>
                </a:cxn>
                <a:cxn ang="0">
                  <a:pos x="50" y="25"/>
                </a:cxn>
                <a:cxn ang="0">
                  <a:pos x="46" y="39"/>
                </a:cxn>
                <a:cxn ang="0">
                  <a:pos x="58" y="52"/>
                </a:cxn>
                <a:cxn ang="0">
                  <a:pos x="59" y="55"/>
                </a:cxn>
                <a:cxn ang="0">
                  <a:pos x="55" y="59"/>
                </a:cxn>
                <a:cxn ang="0">
                  <a:pos x="25" y="9"/>
                </a:cxn>
                <a:cxn ang="0">
                  <a:pos x="9" y="25"/>
                </a:cxn>
                <a:cxn ang="0">
                  <a:pos x="25" y="41"/>
                </a:cxn>
                <a:cxn ang="0">
                  <a:pos x="41" y="25"/>
                </a:cxn>
                <a:cxn ang="0">
                  <a:pos x="25" y="9"/>
                </a:cxn>
                <a:cxn ang="0">
                  <a:pos x="36" y="26"/>
                </a:cxn>
                <a:cxn ang="0">
                  <a:pos x="35" y="27"/>
                </a:cxn>
                <a:cxn ang="0">
                  <a:pos x="15" y="27"/>
                </a:cxn>
                <a:cxn ang="0">
                  <a:pos x="13" y="26"/>
                </a:cxn>
                <a:cxn ang="0">
                  <a:pos x="13" y="24"/>
                </a:cxn>
                <a:cxn ang="0">
                  <a:pos x="15" y="23"/>
                </a:cxn>
                <a:cxn ang="0">
                  <a:pos x="35" y="23"/>
                </a:cxn>
                <a:cxn ang="0">
                  <a:pos x="36" y="24"/>
                </a:cxn>
                <a:cxn ang="0">
                  <a:pos x="36" y="26"/>
                </a:cxn>
              </a:cxnLst>
              <a:rect l="0" t="0" r="r" b="b"/>
              <a:pathLst>
                <a:path w="59" h="59">
                  <a:moveTo>
                    <a:pt x="55" y="59"/>
                  </a:moveTo>
                  <a:cubicBezTo>
                    <a:pt x="53" y="59"/>
                    <a:pt x="52" y="59"/>
                    <a:pt x="51" y="58"/>
                  </a:cubicBezTo>
                  <a:cubicBezTo>
                    <a:pt x="39" y="46"/>
                    <a:pt x="39" y="46"/>
                    <a:pt x="39" y="46"/>
                  </a:cubicBezTo>
                  <a:cubicBezTo>
                    <a:pt x="35" y="49"/>
                    <a:pt x="30" y="50"/>
                    <a:pt x="25" y="50"/>
                  </a:cubicBezTo>
                  <a:cubicBezTo>
                    <a:pt x="11" y="50"/>
                    <a:pt x="0" y="39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5"/>
                  </a:cubicBezTo>
                  <a:cubicBezTo>
                    <a:pt x="50" y="30"/>
                    <a:pt x="48" y="35"/>
                    <a:pt x="46" y="39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9" y="52"/>
                    <a:pt x="59" y="54"/>
                    <a:pt x="59" y="55"/>
                  </a:cubicBezTo>
                  <a:cubicBezTo>
                    <a:pt x="59" y="57"/>
                    <a:pt x="57" y="59"/>
                    <a:pt x="55" y="59"/>
                  </a:cubicBezTo>
                  <a:close/>
                  <a:moveTo>
                    <a:pt x="25" y="9"/>
                  </a:moveTo>
                  <a:cubicBezTo>
                    <a:pt x="16" y="9"/>
                    <a:pt x="9" y="16"/>
                    <a:pt x="9" y="25"/>
                  </a:cubicBezTo>
                  <a:cubicBezTo>
                    <a:pt x="9" y="34"/>
                    <a:pt x="16" y="41"/>
                    <a:pt x="25" y="41"/>
                  </a:cubicBezTo>
                  <a:cubicBezTo>
                    <a:pt x="34" y="41"/>
                    <a:pt x="41" y="34"/>
                    <a:pt x="41" y="25"/>
                  </a:cubicBezTo>
                  <a:cubicBezTo>
                    <a:pt x="41" y="16"/>
                    <a:pt x="34" y="9"/>
                    <a:pt x="25" y="9"/>
                  </a:cubicBezTo>
                  <a:close/>
                  <a:moveTo>
                    <a:pt x="36" y="26"/>
                  </a:moveTo>
                  <a:cubicBezTo>
                    <a:pt x="36" y="27"/>
                    <a:pt x="36" y="27"/>
                    <a:pt x="35" y="27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7"/>
                    <a:pt x="13" y="27"/>
                    <a:pt x="13" y="26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3"/>
                    <a:pt x="14" y="23"/>
                    <a:pt x="1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6" y="23"/>
                    <a:pt x="36" y="23"/>
                    <a:pt x="36" y="24"/>
                  </a:cubicBezTo>
                  <a:lnTo>
                    <a:pt x="36" y="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algn="ctr"/>
              <a:endParaRPr lang="en-US" sz="2000" dirty="0">
                <a:solidFill>
                  <a:srgbClr val="000000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60" name="矩形-7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14481" y="9401"/>
              <a:ext cx="545" cy="376"/>
            </a:xfrm>
            <a:custGeom>
              <a:avLst/>
              <a:gdLst/>
              <a:ahLst/>
              <a:cxnLst>
                <a:cxn ang="0">
                  <a:pos x="73" y="36"/>
                </a:cxn>
                <a:cxn ang="0">
                  <a:pos x="58" y="50"/>
                </a:cxn>
                <a:cxn ang="0">
                  <a:pos x="58" y="50"/>
                </a:cxn>
                <a:cxn ang="0">
                  <a:pos x="15" y="50"/>
                </a:cxn>
                <a:cxn ang="0">
                  <a:pos x="15" y="50"/>
                </a:cxn>
                <a:cxn ang="0">
                  <a:pos x="14" y="50"/>
                </a:cxn>
                <a:cxn ang="0">
                  <a:pos x="14" y="50"/>
                </a:cxn>
                <a:cxn ang="0">
                  <a:pos x="0" y="35"/>
                </a:cxn>
                <a:cxn ang="0">
                  <a:pos x="7" y="23"/>
                </a:cxn>
                <a:cxn ang="0">
                  <a:pos x="7" y="20"/>
                </a:cxn>
                <a:cxn ang="0">
                  <a:pos x="17" y="10"/>
                </a:cxn>
                <a:cxn ang="0">
                  <a:pos x="23" y="12"/>
                </a:cxn>
                <a:cxn ang="0">
                  <a:pos x="42" y="0"/>
                </a:cxn>
                <a:cxn ang="0">
                  <a:pos x="64" y="21"/>
                </a:cxn>
                <a:cxn ang="0">
                  <a:pos x="64" y="23"/>
                </a:cxn>
                <a:cxn ang="0">
                  <a:pos x="73" y="36"/>
                </a:cxn>
                <a:cxn ang="0">
                  <a:pos x="27" y="42"/>
                </a:cxn>
                <a:cxn ang="0">
                  <a:pos x="35" y="38"/>
                </a:cxn>
                <a:cxn ang="0">
                  <a:pos x="32" y="34"/>
                </a:cxn>
                <a:cxn ang="0">
                  <a:pos x="27" y="37"/>
                </a:cxn>
                <a:cxn ang="0">
                  <a:pos x="22" y="32"/>
                </a:cxn>
                <a:cxn ang="0">
                  <a:pos x="27" y="28"/>
                </a:cxn>
                <a:cxn ang="0">
                  <a:pos x="48" y="42"/>
                </a:cxn>
                <a:cxn ang="0">
                  <a:pos x="58" y="32"/>
                </a:cxn>
                <a:cxn ang="0">
                  <a:pos x="48" y="23"/>
                </a:cxn>
                <a:cxn ang="0">
                  <a:pos x="39" y="26"/>
                </a:cxn>
                <a:cxn ang="0">
                  <a:pos x="43" y="30"/>
                </a:cxn>
                <a:cxn ang="0">
                  <a:pos x="48" y="28"/>
                </a:cxn>
                <a:cxn ang="0">
                  <a:pos x="52" y="32"/>
                </a:cxn>
                <a:cxn ang="0">
                  <a:pos x="48" y="37"/>
                </a:cxn>
                <a:cxn ang="0">
                  <a:pos x="27" y="23"/>
                </a:cxn>
                <a:cxn ang="0">
                  <a:pos x="16" y="32"/>
                </a:cxn>
                <a:cxn ang="0">
                  <a:pos x="27" y="42"/>
                </a:cxn>
              </a:cxnLst>
              <a:rect l="0" t="0" r="r" b="b"/>
              <a:pathLst>
                <a:path w="73" h="50">
                  <a:moveTo>
                    <a:pt x="73" y="36"/>
                  </a:moveTo>
                  <a:cubicBezTo>
                    <a:pt x="73" y="44"/>
                    <a:pt x="66" y="50"/>
                    <a:pt x="58" y="50"/>
                  </a:cubicBezTo>
                  <a:cubicBezTo>
                    <a:pt x="58" y="50"/>
                    <a:pt x="58" y="50"/>
                    <a:pt x="58" y="50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6" y="50"/>
                    <a:pt x="0" y="43"/>
                    <a:pt x="0" y="35"/>
                  </a:cubicBezTo>
                  <a:cubicBezTo>
                    <a:pt x="0" y="30"/>
                    <a:pt x="3" y="26"/>
                    <a:pt x="7" y="23"/>
                  </a:cubicBezTo>
                  <a:cubicBezTo>
                    <a:pt x="7" y="22"/>
                    <a:pt x="7" y="21"/>
                    <a:pt x="7" y="20"/>
                  </a:cubicBezTo>
                  <a:cubicBezTo>
                    <a:pt x="7" y="15"/>
                    <a:pt x="11" y="10"/>
                    <a:pt x="17" y="10"/>
                  </a:cubicBezTo>
                  <a:cubicBezTo>
                    <a:pt x="19" y="10"/>
                    <a:pt x="21" y="11"/>
                    <a:pt x="23" y="12"/>
                  </a:cubicBezTo>
                  <a:cubicBezTo>
                    <a:pt x="26" y="5"/>
                    <a:pt x="34" y="0"/>
                    <a:pt x="42" y="0"/>
                  </a:cubicBezTo>
                  <a:cubicBezTo>
                    <a:pt x="54" y="0"/>
                    <a:pt x="64" y="10"/>
                    <a:pt x="64" y="21"/>
                  </a:cubicBezTo>
                  <a:cubicBezTo>
                    <a:pt x="64" y="22"/>
                    <a:pt x="64" y="22"/>
                    <a:pt x="64" y="23"/>
                  </a:cubicBezTo>
                  <a:cubicBezTo>
                    <a:pt x="69" y="25"/>
                    <a:pt x="73" y="30"/>
                    <a:pt x="73" y="36"/>
                  </a:cubicBezTo>
                  <a:close/>
                  <a:moveTo>
                    <a:pt x="27" y="42"/>
                  </a:moveTo>
                  <a:cubicBezTo>
                    <a:pt x="30" y="42"/>
                    <a:pt x="33" y="41"/>
                    <a:pt x="35" y="38"/>
                  </a:cubicBezTo>
                  <a:cubicBezTo>
                    <a:pt x="34" y="37"/>
                    <a:pt x="33" y="36"/>
                    <a:pt x="32" y="34"/>
                  </a:cubicBezTo>
                  <a:cubicBezTo>
                    <a:pt x="31" y="36"/>
                    <a:pt x="29" y="37"/>
                    <a:pt x="27" y="37"/>
                  </a:cubicBezTo>
                  <a:cubicBezTo>
                    <a:pt x="25" y="37"/>
                    <a:pt x="22" y="35"/>
                    <a:pt x="22" y="32"/>
                  </a:cubicBezTo>
                  <a:cubicBezTo>
                    <a:pt x="22" y="30"/>
                    <a:pt x="25" y="28"/>
                    <a:pt x="27" y="28"/>
                  </a:cubicBezTo>
                  <a:cubicBezTo>
                    <a:pt x="35" y="28"/>
                    <a:pt x="37" y="42"/>
                    <a:pt x="48" y="42"/>
                  </a:cubicBezTo>
                  <a:cubicBezTo>
                    <a:pt x="54" y="42"/>
                    <a:pt x="58" y="38"/>
                    <a:pt x="58" y="32"/>
                  </a:cubicBezTo>
                  <a:cubicBezTo>
                    <a:pt x="58" y="26"/>
                    <a:pt x="53" y="23"/>
                    <a:pt x="48" y="23"/>
                  </a:cubicBezTo>
                  <a:cubicBezTo>
                    <a:pt x="44" y="23"/>
                    <a:pt x="42" y="24"/>
                    <a:pt x="39" y="26"/>
                  </a:cubicBezTo>
                  <a:cubicBezTo>
                    <a:pt x="40" y="28"/>
                    <a:pt x="41" y="29"/>
                    <a:pt x="43" y="30"/>
                  </a:cubicBezTo>
                  <a:cubicBezTo>
                    <a:pt x="44" y="29"/>
                    <a:pt x="46" y="28"/>
                    <a:pt x="48" y="28"/>
                  </a:cubicBezTo>
                  <a:cubicBezTo>
                    <a:pt x="50" y="28"/>
                    <a:pt x="52" y="30"/>
                    <a:pt x="52" y="32"/>
                  </a:cubicBezTo>
                  <a:cubicBezTo>
                    <a:pt x="52" y="35"/>
                    <a:pt x="50" y="37"/>
                    <a:pt x="48" y="37"/>
                  </a:cubicBezTo>
                  <a:cubicBezTo>
                    <a:pt x="40" y="37"/>
                    <a:pt x="38" y="23"/>
                    <a:pt x="27" y="23"/>
                  </a:cubicBezTo>
                  <a:cubicBezTo>
                    <a:pt x="21" y="23"/>
                    <a:pt x="16" y="26"/>
                    <a:pt x="16" y="32"/>
                  </a:cubicBezTo>
                  <a:cubicBezTo>
                    <a:pt x="16" y="38"/>
                    <a:pt x="21" y="42"/>
                    <a:pt x="27" y="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algn="ctr"/>
              <a:endParaRPr lang="en-US" sz="2000" dirty="0">
                <a:solidFill>
                  <a:srgbClr val="000000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65" name="矩形-32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3548" y="9338"/>
              <a:ext cx="474" cy="469"/>
            </a:xfrm>
            <a:custGeom>
              <a:avLst/>
              <a:gdLst>
                <a:gd name="T0" fmla="*/ 172 w 344"/>
                <a:gd name="T1" fmla="*/ 0 h 344"/>
                <a:gd name="T2" fmla="*/ 0 w 344"/>
                <a:gd name="T3" fmla="*/ 172 h 344"/>
                <a:gd name="T4" fmla="*/ 172 w 344"/>
                <a:gd name="T5" fmla="*/ 344 h 344"/>
                <a:gd name="T6" fmla="*/ 344 w 344"/>
                <a:gd name="T7" fmla="*/ 172 h 344"/>
                <a:gd name="T8" fmla="*/ 172 w 344"/>
                <a:gd name="T9" fmla="*/ 0 h 344"/>
                <a:gd name="T10" fmla="*/ 186 w 344"/>
                <a:gd name="T11" fmla="*/ 311 h 344"/>
                <a:gd name="T12" fmla="*/ 186 w 344"/>
                <a:gd name="T13" fmla="*/ 234 h 344"/>
                <a:gd name="T14" fmla="*/ 158 w 344"/>
                <a:gd name="T15" fmla="*/ 234 h 344"/>
                <a:gd name="T16" fmla="*/ 158 w 344"/>
                <a:gd name="T17" fmla="*/ 311 h 344"/>
                <a:gd name="T18" fmla="*/ 32 w 344"/>
                <a:gd name="T19" fmla="*/ 186 h 344"/>
                <a:gd name="T20" fmla="*/ 110 w 344"/>
                <a:gd name="T21" fmla="*/ 186 h 344"/>
                <a:gd name="T22" fmla="*/ 110 w 344"/>
                <a:gd name="T23" fmla="*/ 158 h 344"/>
                <a:gd name="T24" fmla="*/ 32 w 344"/>
                <a:gd name="T25" fmla="*/ 158 h 344"/>
                <a:gd name="T26" fmla="*/ 158 w 344"/>
                <a:gd name="T27" fmla="*/ 33 h 344"/>
                <a:gd name="T28" fmla="*/ 158 w 344"/>
                <a:gd name="T29" fmla="*/ 110 h 344"/>
                <a:gd name="T30" fmla="*/ 186 w 344"/>
                <a:gd name="T31" fmla="*/ 110 h 344"/>
                <a:gd name="T32" fmla="*/ 186 w 344"/>
                <a:gd name="T33" fmla="*/ 33 h 344"/>
                <a:gd name="T34" fmla="*/ 311 w 344"/>
                <a:gd name="T35" fmla="*/ 158 h 344"/>
                <a:gd name="T36" fmla="*/ 234 w 344"/>
                <a:gd name="T37" fmla="*/ 158 h 344"/>
                <a:gd name="T38" fmla="*/ 234 w 344"/>
                <a:gd name="T39" fmla="*/ 186 h 344"/>
                <a:gd name="T40" fmla="*/ 311 w 344"/>
                <a:gd name="T41" fmla="*/ 186 h 344"/>
                <a:gd name="T42" fmla="*/ 186 w 344"/>
                <a:gd name="T43" fmla="*/ 311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44" h="344">
                  <a:moveTo>
                    <a:pt x="172" y="0"/>
                  </a:moveTo>
                  <a:cubicBezTo>
                    <a:pt x="77" y="0"/>
                    <a:pt x="0" y="77"/>
                    <a:pt x="0" y="172"/>
                  </a:cubicBezTo>
                  <a:cubicBezTo>
                    <a:pt x="0" y="267"/>
                    <a:pt x="77" y="344"/>
                    <a:pt x="172" y="344"/>
                  </a:cubicBezTo>
                  <a:cubicBezTo>
                    <a:pt x="267" y="344"/>
                    <a:pt x="344" y="267"/>
                    <a:pt x="344" y="172"/>
                  </a:cubicBezTo>
                  <a:cubicBezTo>
                    <a:pt x="344" y="77"/>
                    <a:pt x="267" y="0"/>
                    <a:pt x="172" y="0"/>
                  </a:cubicBezTo>
                  <a:close/>
                  <a:moveTo>
                    <a:pt x="186" y="311"/>
                  </a:moveTo>
                  <a:cubicBezTo>
                    <a:pt x="186" y="234"/>
                    <a:pt x="186" y="234"/>
                    <a:pt x="186" y="234"/>
                  </a:cubicBezTo>
                  <a:cubicBezTo>
                    <a:pt x="158" y="234"/>
                    <a:pt x="158" y="234"/>
                    <a:pt x="158" y="234"/>
                  </a:cubicBezTo>
                  <a:cubicBezTo>
                    <a:pt x="158" y="311"/>
                    <a:pt x="158" y="311"/>
                    <a:pt x="158" y="311"/>
                  </a:cubicBezTo>
                  <a:cubicBezTo>
                    <a:pt x="92" y="305"/>
                    <a:pt x="39" y="252"/>
                    <a:pt x="32" y="186"/>
                  </a:cubicBezTo>
                  <a:cubicBezTo>
                    <a:pt x="110" y="186"/>
                    <a:pt x="110" y="186"/>
                    <a:pt x="110" y="186"/>
                  </a:cubicBezTo>
                  <a:cubicBezTo>
                    <a:pt x="110" y="158"/>
                    <a:pt x="110" y="158"/>
                    <a:pt x="110" y="158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9" y="92"/>
                    <a:pt x="92" y="39"/>
                    <a:pt x="158" y="33"/>
                  </a:cubicBezTo>
                  <a:cubicBezTo>
                    <a:pt x="158" y="110"/>
                    <a:pt x="158" y="110"/>
                    <a:pt x="158" y="110"/>
                  </a:cubicBezTo>
                  <a:cubicBezTo>
                    <a:pt x="186" y="110"/>
                    <a:pt x="186" y="110"/>
                    <a:pt x="186" y="110"/>
                  </a:cubicBezTo>
                  <a:cubicBezTo>
                    <a:pt x="186" y="33"/>
                    <a:pt x="186" y="33"/>
                    <a:pt x="186" y="33"/>
                  </a:cubicBezTo>
                  <a:cubicBezTo>
                    <a:pt x="252" y="39"/>
                    <a:pt x="305" y="92"/>
                    <a:pt x="311" y="158"/>
                  </a:cubicBezTo>
                  <a:cubicBezTo>
                    <a:pt x="234" y="158"/>
                    <a:pt x="234" y="158"/>
                    <a:pt x="234" y="158"/>
                  </a:cubicBezTo>
                  <a:cubicBezTo>
                    <a:pt x="234" y="186"/>
                    <a:pt x="234" y="186"/>
                    <a:pt x="234" y="186"/>
                  </a:cubicBezTo>
                  <a:cubicBezTo>
                    <a:pt x="311" y="186"/>
                    <a:pt x="311" y="186"/>
                    <a:pt x="311" y="186"/>
                  </a:cubicBezTo>
                  <a:cubicBezTo>
                    <a:pt x="305" y="252"/>
                    <a:pt x="252" y="305"/>
                    <a:pt x="186" y="3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algn="ctr"/>
              <a:endParaRPr lang="en-AU" sz="2000" dirty="0">
                <a:solidFill>
                  <a:srgbClr val="000000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37" name="椭圆 36"/>
            <p:cNvSpPr/>
            <p:nvPr>
              <p:custDataLst>
                <p:tags r:id="rId12"/>
              </p:custDataLst>
            </p:nvPr>
          </p:nvSpPr>
          <p:spPr>
            <a:xfrm>
              <a:off x="7488" y="3640"/>
              <a:ext cx="3626" cy="3626"/>
            </a:xfrm>
            <a:prstGeom prst="ellipse">
              <a:avLst/>
            </a:prstGeom>
            <a:blipFill rotWithShape="1">
              <a:blip r:embed="rId1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737" y="3481"/>
              <a:ext cx="5405" cy="1325"/>
              <a:chOff x="11641" y="3481"/>
              <a:chExt cx="5405" cy="1325"/>
            </a:xfrm>
          </p:grpSpPr>
          <p:sp>
            <p:nvSpPr>
              <p:cNvPr id="39" name="矩形: 圆角 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11641" y="3481"/>
                <a:ext cx="5405" cy="1325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01600" dist="38100" dir="2700000" algn="tl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p>
                <a:pPr algn="ctr"/>
                <a:endParaRPr lang="zh-CN" altLang="en-US" dirty="0"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40" name="文本框 39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11961" y="3481"/>
                <a:ext cx="4757" cy="132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zh-CN" altLang="en-US" sz="2220" dirty="0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cs typeface="+mn-ea"/>
                    <a:sym typeface="思源黑体 CN Normal" panose="020B0500000000000000" pitchFamily="34" charset="-122"/>
                  </a:rPr>
                  <a:t>{{####}}</a:t>
                </a:r>
                <a:endParaRPr lang="zh-CN" altLang="en-US" sz="2220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思源黑体 CN Normal" panose="020B0500000000000000" pitchFamily="34" charset="-122"/>
                </a:endParaRPr>
              </a:p>
            </p:txBody>
          </p:sp>
        </p:grpSp>
        <p:sp>
          <p:nvSpPr>
            <p:cNvPr id="41" name="文本框 40"/>
            <p:cNvSpPr txBox="1"/>
            <p:nvPr>
              <p:custDataLst>
                <p:tags r:id="rId16"/>
              </p:custDataLst>
            </p:nvPr>
          </p:nvSpPr>
          <p:spPr>
            <a:xfrm>
              <a:off x="736" y="4913"/>
              <a:ext cx="5406" cy="402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>
                <a:lnSpc>
                  <a:spcPct val="110000"/>
                </a:lnSpc>
              </a:pPr>
              <a:r>
                <a:rPr lang="zh-CN" altLang="en-US" sz="1500" dirty="0" smtClean="0">
                  <a:solidFill>
                    <a:schemeClr val="tx1"/>
                  </a:solidFill>
                  <a:latin typeface="思源黑体 CN Normal" panose="020B0500000000000000" pitchFamily="34" charset="-122"/>
                  <a:ea typeface="思源黑体 CN Normal" panose="020B0500000000000000" pitchFamily="34" charset="-122"/>
                  <a:sym typeface="思源黑体 CN Normal" panose="020B0500000000000000" pitchFamily="34" charset="-122"/>
                </a:rPr>
                <a:t>{{#####}}</a:t>
              </a:r>
              <a:endParaRPr lang="zh-CN" altLang="en-US" sz="1500" dirty="0" smtClean="0">
                <a:solidFill>
                  <a:schemeClr val="tx1"/>
                </a:solidFill>
                <a:latin typeface="思源黑体 CN Normal" panose="020B0500000000000000" pitchFamily="34" charset="-122"/>
                <a:ea typeface="思源黑体 CN Normal" panose="020B0500000000000000" pitchFamily="34" charset="-122"/>
                <a:sym typeface="思源黑体 CN Normal" panose="020B0500000000000000" pitchFamily="34" charset="-122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2209" y="3481"/>
              <a:ext cx="5405" cy="1325"/>
              <a:chOff x="11641" y="3481"/>
              <a:chExt cx="5405" cy="1325"/>
            </a:xfrm>
          </p:grpSpPr>
          <p:sp>
            <p:nvSpPr>
              <p:cNvPr id="43" name="矩形: 圆角 45"/>
              <p:cNvSpPr/>
              <p:nvPr>
                <p:custDataLst>
                  <p:tags r:id="rId17"/>
                </p:custDataLst>
              </p:nvPr>
            </p:nvSpPr>
            <p:spPr>
              <a:xfrm>
                <a:off x="11641" y="3481"/>
                <a:ext cx="5405" cy="1325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01600" dist="38100" dir="2700000" algn="tl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p>
                <a:pPr algn="ctr"/>
                <a:endParaRPr lang="zh-CN" altLang="en-US" dirty="0"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44" name="文本框 43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1961" y="3481"/>
                <a:ext cx="4757" cy="132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zh-CN" altLang="en-US" sz="2220" dirty="0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cs typeface="+mn-ea"/>
                    <a:sym typeface="思源黑体 CN Normal" panose="020B0500000000000000" pitchFamily="34" charset="-122"/>
                  </a:rPr>
                  <a:t>{{####}}</a:t>
                </a:r>
                <a:endParaRPr lang="zh-CN" altLang="en-US" sz="2220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思源黑体 CN Normal" panose="020B0500000000000000" pitchFamily="34" charset="-122"/>
                </a:endParaRPr>
              </a:p>
            </p:txBody>
          </p:sp>
        </p:grpSp>
        <p:sp>
          <p:nvSpPr>
            <p:cNvPr id="45" name="文本框 44"/>
            <p:cNvSpPr txBox="1"/>
            <p:nvPr>
              <p:custDataLst>
                <p:tags r:id="rId19"/>
              </p:custDataLst>
            </p:nvPr>
          </p:nvSpPr>
          <p:spPr>
            <a:xfrm>
              <a:off x="12208" y="4913"/>
              <a:ext cx="5406" cy="402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>
                <a:lnSpc>
                  <a:spcPct val="110000"/>
                </a:lnSpc>
              </a:pPr>
              <a:r>
                <a:rPr lang="zh-CN" altLang="en-US" sz="1500" dirty="0" smtClean="0">
                  <a:solidFill>
                    <a:schemeClr val="tx1"/>
                  </a:solidFill>
                  <a:latin typeface="思源黑体 CN Normal" panose="020B0500000000000000" pitchFamily="34" charset="-122"/>
                  <a:ea typeface="思源黑体 CN Normal" panose="020B0500000000000000" pitchFamily="34" charset="-122"/>
                  <a:sym typeface="思源黑体 CN Normal" panose="020B0500000000000000" pitchFamily="34" charset="-122"/>
                </a:rPr>
                <a:t>{{#####}}</a:t>
              </a:r>
              <a:endParaRPr lang="zh-CN" altLang="en-US" sz="1500" dirty="0" smtClean="0">
                <a:solidFill>
                  <a:schemeClr val="tx1"/>
                </a:solidFill>
                <a:latin typeface="思源黑体 CN Normal" panose="020B0500000000000000" pitchFamily="34" charset="-122"/>
                <a:ea typeface="思源黑体 CN Normal" panose="020B0500000000000000" pitchFamily="34" charset="-122"/>
                <a:sym typeface="思源黑体 CN Normal" panose="020B0500000000000000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5" name="组合 14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6" name="图片 5" descr="13备份 1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>
              <p:custDataLst>
                <p:tags r:id="rId3"/>
              </p:custDataLst>
            </p:nvPr>
          </p:nvSpPr>
          <p:spPr>
            <a:xfrm>
              <a:off x="1514" y="356"/>
              <a:ext cx="14037" cy="87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/>
              <a:r>
                <a:rPr lang="zh-CN" altLang="en-US" sz="2000" b="1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rPr>
                <a:t>{{###}}</a:t>
              </a:r>
              <a:endParaRPr lang="zh-CN" altLang="en-US" sz="2000" b="1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lt"/>
              </a:endParaRPr>
            </a:p>
          </p:txBody>
        </p:sp>
        <p:pic>
          <p:nvPicPr>
            <p:cNvPr id="13" name="图片 12" descr="消防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8" y="356"/>
              <a:ext cx="836" cy="984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459105" y="1532890"/>
            <a:ext cx="11362690" cy="4353560"/>
            <a:chOff x="723" y="2414"/>
            <a:chExt cx="17894" cy="6856"/>
          </a:xfrm>
        </p:grpSpPr>
        <p:cxnSp>
          <p:nvCxnSpPr>
            <p:cNvPr id="54" name="直接连接符 53"/>
            <p:cNvCxnSpPr/>
            <p:nvPr>
              <p:custDataLst>
                <p:tags r:id="rId6"/>
              </p:custDataLst>
            </p:nvPr>
          </p:nvCxnSpPr>
          <p:spPr>
            <a:xfrm>
              <a:off x="10605" y="2614"/>
              <a:ext cx="0" cy="6656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组合 19"/>
            <p:cNvGrpSpPr/>
            <p:nvPr/>
          </p:nvGrpSpPr>
          <p:grpSpPr>
            <a:xfrm>
              <a:off x="6600" y="2619"/>
              <a:ext cx="5943" cy="5943"/>
              <a:chOff x="1298517" y="1690402"/>
              <a:chExt cx="4239197" cy="4239197"/>
            </a:xfrm>
          </p:grpSpPr>
          <p:sp>
            <p:nvSpPr>
              <p:cNvPr id="21" name="椭圆 20"/>
              <p:cNvSpPr/>
              <p:nvPr>
                <p:custDataLst>
                  <p:tags r:id="rId7"/>
                </p:custDataLst>
              </p:nvPr>
            </p:nvSpPr>
            <p:spPr>
              <a:xfrm>
                <a:off x="1298517" y="1690402"/>
                <a:ext cx="4239197" cy="4239197"/>
              </a:xfrm>
              <a:prstGeom prst="ellipse">
                <a:avLst/>
              </a:prstGeom>
              <a:noFill/>
              <a:ln w="4445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>
                <a:normAutofit/>
              </a:bodyPr>
              <a:p>
                <a:pPr algn="ctr">
                  <a:lnSpc>
                    <a:spcPct val="120000"/>
                  </a:lnSpc>
                </a:pPr>
                <a:endParaRPr lang="zh-CN" altLang="en-US" sz="2400">
                  <a:solidFill>
                    <a:schemeClr val="tx1"/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  <a:cs typeface="+mn-ea"/>
                  <a:sym typeface="思源黑体 CN Medium" panose="020B0500000000000000" pitchFamily="34" charset="-122"/>
                </a:endParaRPr>
              </a:p>
            </p:txBody>
          </p:sp>
          <p:sp>
            <p:nvSpPr>
              <p:cNvPr id="22" name="椭圆 21"/>
              <p:cNvSpPr/>
              <p:nvPr>
                <p:custDataLst>
                  <p:tags r:id="rId8"/>
                </p:custDataLst>
              </p:nvPr>
            </p:nvSpPr>
            <p:spPr>
              <a:xfrm>
                <a:off x="1883494" y="2275379"/>
                <a:ext cx="3069241" cy="306924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p>
                <a:pPr algn="ctr"/>
                <a:endParaRPr lang="zh-CN" altLang="en-US">
                  <a:sym typeface="思源黑体 CN Medium" panose="020B0500000000000000" pitchFamily="34" charset="-122"/>
                </a:endParaRPr>
              </a:p>
            </p:txBody>
          </p:sp>
          <p:sp>
            <p:nvSpPr>
              <p:cNvPr id="23" name="Freeform 10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2584519" y="3066450"/>
                <a:ext cx="1707522" cy="1591982"/>
              </a:xfrm>
              <a:custGeom>
                <a:avLst/>
                <a:gdLst>
                  <a:gd name="T0" fmla="*/ 2147483646 w 587"/>
                  <a:gd name="T1" fmla="*/ 2147483646 h 545"/>
                  <a:gd name="T2" fmla="*/ 2147483646 w 587"/>
                  <a:gd name="T3" fmla="*/ 2147483646 h 545"/>
                  <a:gd name="T4" fmla="*/ 2147483646 w 587"/>
                  <a:gd name="T5" fmla="*/ 2147483646 h 545"/>
                  <a:gd name="T6" fmla="*/ 2147483646 w 587"/>
                  <a:gd name="T7" fmla="*/ 2147483646 h 545"/>
                  <a:gd name="T8" fmla="*/ 2147483646 w 587"/>
                  <a:gd name="T9" fmla="*/ 2147483646 h 545"/>
                  <a:gd name="T10" fmla="*/ 2147483646 w 587"/>
                  <a:gd name="T11" fmla="*/ 2147483646 h 545"/>
                  <a:gd name="T12" fmla="*/ 2147483646 w 587"/>
                  <a:gd name="T13" fmla="*/ 2147483646 h 545"/>
                  <a:gd name="T14" fmla="*/ 2147483646 w 587"/>
                  <a:gd name="T15" fmla="*/ 2147483646 h 545"/>
                  <a:gd name="T16" fmla="*/ 0 w 587"/>
                  <a:gd name="T17" fmla="*/ 2147483646 h 545"/>
                  <a:gd name="T18" fmla="*/ 2147483646 w 587"/>
                  <a:gd name="T19" fmla="*/ 2147483646 h 545"/>
                  <a:gd name="T20" fmla="*/ 2147483646 w 587"/>
                  <a:gd name="T21" fmla="*/ 2147483646 h 545"/>
                  <a:gd name="T22" fmla="*/ 2147483646 w 587"/>
                  <a:gd name="T23" fmla="*/ 0 h 545"/>
                  <a:gd name="T24" fmla="*/ 2147483646 w 587"/>
                  <a:gd name="T25" fmla="*/ 2147483646 h 545"/>
                  <a:gd name="T26" fmla="*/ 2147483646 w 587"/>
                  <a:gd name="T27" fmla="*/ 2147483646 h 545"/>
                  <a:gd name="T28" fmla="*/ 2147483646 w 587"/>
                  <a:gd name="T29" fmla="*/ 2147483646 h 545"/>
                  <a:gd name="T30" fmla="*/ 2147483646 w 587"/>
                  <a:gd name="T31" fmla="*/ 2147483646 h 545"/>
                  <a:gd name="T32" fmla="*/ 2147483646 w 587"/>
                  <a:gd name="T33" fmla="*/ 2147483646 h 545"/>
                  <a:gd name="T34" fmla="*/ 2147483646 w 587"/>
                  <a:gd name="T35" fmla="*/ 2147483646 h 545"/>
                  <a:gd name="T36" fmla="*/ 2147483646 w 587"/>
                  <a:gd name="T37" fmla="*/ 2147483646 h 545"/>
                  <a:gd name="T38" fmla="*/ 2147483646 w 587"/>
                  <a:gd name="T39" fmla="*/ 2147483646 h 545"/>
                  <a:gd name="T40" fmla="*/ 2147483646 w 587"/>
                  <a:gd name="T41" fmla="*/ 2147483646 h 545"/>
                  <a:gd name="T42" fmla="*/ 2147483646 w 587"/>
                  <a:gd name="T43" fmla="*/ 2147483646 h 545"/>
                  <a:gd name="T44" fmla="*/ 2147483646 w 587"/>
                  <a:gd name="T45" fmla="*/ 2147483646 h 545"/>
                  <a:gd name="T46" fmla="*/ 2147483646 w 587"/>
                  <a:gd name="T47" fmla="*/ 2147483646 h 545"/>
                  <a:gd name="T48" fmla="*/ 2147483646 w 587"/>
                  <a:gd name="T49" fmla="*/ 2147483646 h 545"/>
                  <a:gd name="T50" fmla="*/ 2147483646 w 587"/>
                  <a:gd name="T51" fmla="*/ 2147483646 h 545"/>
                  <a:gd name="T52" fmla="*/ 2147483646 w 587"/>
                  <a:gd name="T53" fmla="*/ 2147483646 h 545"/>
                  <a:gd name="T54" fmla="*/ 2147483646 w 587"/>
                  <a:gd name="T55" fmla="*/ 2147483646 h 545"/>
                  <a:gd name="T56" fmla="*/ 2147483646 w 587"/>
                  <a:gd name="T57" fmla="*/ 2147483646 h 545"/>
                  <a:gd name="T58" fmla="*/ 2147483646 w 587"/>
                  <a:gd name="T59" fmla="*/ 2147483646 h 545"/>
                  <a:gd name="T60" fmla="*/ 2147483646 w 587"/>
                  <a:gd name="T61" fmla="*/ 2147483646 h 545"/>
                  <a:gd name="T62" fmla="*/ 2147483646 w 587"/>
                  <a:gd name="T63" fmla="*/ 2147483646 h 545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87" h="545">
                    <a:moveTo>
                      <a:pt x="509" y="155"/>
                    </a:moveTo>
                    <a:lnTo>
                      <a:pt x="509" y="155"/>
                    </a:lnTo>
                    <a:cubicBezTo>
                      <a:pt x="417" y="84"/>
                      <a:pt x="417" y="84"/>
                      <a:pt x="417" y="84"/>
                    </a:cubicBezTo>
                    <a:cubicBezTo>
                      <a:pt x="417" y="282"/>
                      <a:pt x="417" y="282"/>
                      <a:pt x="417" y="282"/>
                    </a:cubicBezTo>
                    <a:cubicBezTo>
                      <a:pt x="396" y="289"/>
                      <a:pt x="374" y="297"/>
                      <a:pt x="360" y="318"/>
                    </a:cubicBezTo>
                    <a:cubicBezTo>
                      <a:pt x="360" y="77"/>
                      <a:pt x="360" y="77"/>
                      <a:pt x="360" y="77"/>
                    </a:cubicBezTo>
                    <a:cubicBezTo>
                      <a:pt x="205" y="155"/>
                      <a:pt x="205" y="155"/>
                      <a:pt x="205" y="155"/>
                    </a:cubicBezTo>
                    <a:cubicBezTo>
                      <a:pt x="205" y="473"/>
                      <a:pt x="205" y="473"/>
                      <a:pt x="205" y="473"/>
                    </a:cubicBezTo>
                    <a:cubicBezTo>
                      <a:pt x="311" y="417"/>
                      <a:pt x="311" y="417"/>
                      <a:pt x="311" y="417"/>
                    </a:cubicBezTo>
                    <a:lnTo>
                      <a:pt x="311" y="424"/>
                    </a:lnTo>
                    <a:cubicBezTo>
                      <a:pt x="311" y="438"/>
                      <a:pt x="311" y="459"/>
                      <a:pt x="318" y="473"/>
                    </a:cubicBezTo>
                    <a:cubicBezTo>
                      <a:pt x="191" y="544"/>
                      <a:pt x="191" y="544"/>
                      <a:pt x="191" y="544"/>
                    </a:cubicBezTo>
                    <a:cubicBezTo>
                      <a:pt x="191" y="544"/>
                      <a:pt x="184" y="544"/>
                      <a:pt x="176" y="544"/>
                    </a:cubicBezTo>
                    <a:cubicBezTo>
                      <a:pt x="169" y="544"/>
                      <a:pt x="169" y="544"/>
                      <a:pt x="162" y="544"/>
                    </a:cubicBezTo>
                    <a:cubicBezTo>
                      <a:pt x="14" y="431"/>
                      <a:pt x="14" y="431"/>
                      <a:pt x="14" y="431"/>
                    </a:cubicBezTo>
                    <a:cubicBezTo>
                      <a:pt x="7" y="424"/>
                      <a:pt x="0" y="417"/>
                      <a:pt x="0" y="402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4"/>
                      <a:pt x="14" y="0"/>
                      <a:pt x="28" y="0"/>
                    </a:cubicBezTo>
                    <a:cubicBezTo>
                      <a:pt x="35" y="0"/>
                      <a:pt x="42" y="0"/>
                      <a:pt x="42" y="7"/>
                    </a:cubicBezTo>
                    <a:cubicBezTo>
                      <a:pt x="184" y="106"/>
                      <a:pt x="184" y="106"/>
                      <a:pt x="184" y="106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82" y="0"/>
                      <a:pt x="389" y="0"/>
                    </a:cubicBezTo>
                    <a:cubicBezTo>
                      <a:pt x="396" y="0"/>
                      <a:pt x="396" y="0"/>
                      <a:pt x="403" y="7"/>
                    </a:cubicBezTo>
                    <a:cubicBezTo>
                      <a:pt x="551" y="120"/>
                      <a:pt x="551" y="120"/>
                      <a:pt x="551" y="120"/>
                    </a:cubicBezTo>
                    <a:cubicBezTo>
                      <a:pt x="558" y="127"/>
                      <a:pt x="565" y="134"/>
                      <a:pt x="565" y="141"/>
                    </a:cubicBezTo>
                    <a:cubicBezTo>
                      <a:pt x="565" y="318"/>
                      <a:pt x="565" y="318"/>
                      <a:pt x="565" y="318"/>
                    </a:cubicBezTo>
                    <a:cubicBezTo>
                      <a:pt x="551" y="297"/>
                      <a:pt x="530" y="289"/>
                      <a:pt x="509" y="282"/>
                    </a:cubicBezTo>
                    <a:lnTo>
                      <a:pt x="509" y="155"/>
                    </a:lnTo>
                    <a:close/>
                    <a:moveTo>
                      <a:pt x="148" y="155"/>
                    </a:moveTo>
                    <a:lnTo>
                      <a:pt x="148" y="155"/>
                    </a:lnTo>
                    <a:cubicBezTo>
                      <a:pt x="56" y="84"/>
                      <a:pt x="56" y="84"/>
                      <a:pt x="56" y="84"/>
                    </a:cubicBezTo>
                    <a:cubicBezTo>
                      <a:pt x="56" y="388"/>
                      <a:pt x="56" y="388"/>
                      <a:pt x="56" y="388"/>
                    </a:cubicBezTo>
                    <a:cubicBezTo>
                      <a:pt x="148" y="459"/>
                      <a:pt x="148" y="459"/>
                      <a:pt x="148" y="459"/>
                    </a:cubicBezTo>
                    <a:lnTo>
                      <a:pt x="148" y="155"/>
                    </a:lnTo>
                    <a:close/>
                    <a:moveTo>
                      <a:pt x="459" y="304"/>
                    </a:moveTo>
                    <a:lnTo>
                      <a:pt x="459" y="304"/>
                    </a:lnTo>
                    <a:cubicBezTo>
                      <a:pt x="530" y="304"/>
                      <a:pt x="586" y="353"/>
                      <a:pt x="586" y="424"/>
                    </a:cubicBezTo>
                    <a:cubicBezTo>
                      <a:pt x="586" y="495"/>
                      <a:pt x="530" y="544"/>
                      <a:pt x="459" y="544"/>
                    </a:cubicBezTo>
                    <a:cubicBezTo>
                      <a:pt x="396" y="544"/>
                      <a:pt x="339" y="495"/>
                      <a:pt x="339" y="424"/>
                    </a:cubicBezTo>
                    <a:cubicBezTo>
                      <a:pt x="339" y="353"/>
                      <a:pt x="396" y="304"/>
                      <a:pt x="459" y="304"/>
                    </a:cubicBezTo>
                    <a:close/>
                    <a:moveTo>
                      <a:pt x="403" y="452"/>
                    </a:moveTo>
                    <a:lnTo>
                      <a:pt x="403" y="452"/>
                    </a:lnTo>
                    <a:cubicBezTo>
                      <a:pt x="431" y="452"/>
                      <a:pt x="431" y="452"/>
                      <a:pt x="431" y="452"/>
                    </a:cubicBezTo>
                    <a:cubicBezTo>
                      <a:pt x="431" y="480"/>
                      <a:pt x="431" y="480"/>
                      <a:pt x="431" y="480"/>
                    </a:cubicBezTo>
                    <a:cubicBezTo>
                      <a:pt x="431" y="495"/>
                      <a:pt x="445" y="509"/>
                      <a:pt x="459" y="509"/>
                    </a:cubicBezTo>
                    <a:cubicBezTo>
                      <a:pt x="480" y="509"/>
                      <a:pt x="487" y="495"/>
                      <a:pt x="487" y="480"/>
                    </a:cubicBezTo>
                    <a:cubicBezTo>
                      <a:pt x="487" y="452"/>
                      <a:pt x="487" y="452"/>
                      <a:pt x="487" y="452"/>
                    </a:cubicBezTo>
                    <a:cubicBezTo>
                      <a:pt x="516" y="452"/>
                      <a:pt x="516" y="452"/>
                      <a:pt x="516" y="452"/>
                    </a:cubicBezTo>
                    <a:cubicBezTo>
                      <a:pt x="537" y="452"/>
                      <a:pt x="544" y="438"/>
                      <a:pt x="544" y="424"/>
                    </a:cubicBezTo>
                    <a:cubicBezTo>
                      <a:pt x="544" y="410"/>
                      <a:pt x="537" y="395"/>
                      <a:pt x="516" y="395"/>
                    </a:cubicBezTo>
                    <a:cubicBezTo>
                      <a:pt x="487" y="395"/>
                      <a:pt x="487" y="395"/>
                      <a:pt x="487" y="395"/>
                    </a:cubicBezTo>
                    <a:cubicBezTo>
                      <a:pt x="487" y="367"/>
                      <a:pt x="487" y="367"/>
                      <a:pt x="487" y="367"/>
                    </a:cubicBezTo>
                    <a:cubicBezTo>
                      <a:pt x="487" y="353"/>
                      <a:pt x="480" y="339"/>
                      <a:pt x="459" y="339"/>
                    </a:cubicBezTo>
                    <a:cubicBezTo>
                      <a:pt x="445" y="339"/>
                      <a:pt x="431" y="353"/>
                      <a:pt x="431" y="367"/>
                    </a:cubicBezTo>
                    <a:cubicBezTo>
                      <a:pt x="431" y="395"/>
                      <a:pt x="431" y="395"/>
                      <a:pt x="431" y="395"/>
                    </a:cubicBezTo>
                    <a:cubicBezTo>
                      <a:pt x="403" y="395"/>
                      <a:pt x="403" y="395"/>
                      <a:pt x="403" y="395"/>
                    </a:cubicBezTo>
                    <a:cubicBezTo>
                      <a:pt x="389" y="395"/>
                      <a:pt x="374" y="410"/>
                      <a:pt x="374" y="424"/>
                    </a:cubicBezTo>
                    <a:cubicBezTo>
                      <a:pt x="374" y="438"/>
                      <a:pt x="389" y="452"/>
                      <a:pt x="403" y="45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rmAutofit/>
              </a:bodyPr>
              <a:p>
                <a:pPr algn="ctr"/>
                <a:endParaRPr lang="zh-CN" altLang="en-US" sz="2400">
                  <a:solidFill>
                    <a:schemeClr val="bg1"/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  <a:cs typeface="阿里巴巴普惠体 B" panose="00020600040101010101" pitchFamily="18" charset="-122"/>
                  <a:sym typeface="思源黑体 CN Medium" panose="020B0500000000000000" pitchFamily="34" charset="-122"/>
                </a:endParaRPr>
              </a:p>
            </p:txBody>
          </p:sp>
        </p:grpSp>
        <p:sp>
          <p:nvSpPr>
            <p:cNvPr id="37" name="Text Placeholder 2"/>
            <p:cNvSpPr txBox="1"/>
            <p:nvPr>
              <p:custDataLst>
                <p:tags r:id="rId10"/>
              </p:custDataLst>
            </p:nvPr>
          </p:nvSpPr>
          <p:spPr>
            <a:xfrm>
              <a:off x="723" y="2414"/>
              <a:ext cx="5638" cy="2134"/>
            </a:xfrm>
            <a:prstGeom prst="rect">
              <a:avLst/>
            </a:prstGeom>
          </p:spPr>
          <p:txBody>
            <a:bodyPr vert="horz" wrap="square" anchor="ctr" anchorCtr="0">
              <a:noAutofit/>
            </a:bodyPr>
            <a:lstStyle>
              <a:lvl1pPr marL="0" indent="0" algn="l" defTabSz="457200" rtl="0" eaLnBrk="1" latinLnBrk="0" hangingPunct="1">
                <a:spcBef>
                  <a:spcPct val="20000"/>
                </a:spcBef>
                <a:buFont typeface="Arial" panose="020B0604020202090204"/>
                <a:buNone/>
                <a:defRPr sz="1200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 Condensed" panose="02000000000000000000"/>
                  <a:ea typeface="+mn-ea"/>
                  <a:cs typeface="Roboto Condensed" panose="02000000000000000000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思源黑体 CN Normal" panose="020B0500000000000000" pitchFamily="34" charset="-122"/>
                </a:rPr>
                <a:t>{{####}}</a:t>
              </a:r>
              <a:endParaRPr lang="zh-CN" altLang="en-US" sz="2000" b="1" dirty="0">
                <a:solidFill>
                  <a:schemeClr val="tx1"/>
                </a:solidFill>
                <a:latin typeface="思源黑体 CN" panose="020B0500000000000000" charset="-122"/>
                <a:ea typeface="思源黑体 CN" panose="020B0500000000000000" charset="-122"/>
                <a:cs typeface="+mn-ea"/>
                <a:sym typeface="+mn-lt"/>
              </a:endParaRPr>
            </a:p>
          </p:txBody>
        </p:sp>
        <p:sp>
          <p:nvSpPr>
            <p:cNvPr id="38" name="Text Placeholder 8"/>
            <p:cNvSpPr txBox="1"/>
            <p:nvPr>
              <p:custDataLst>
                <p:tags r:id="rId11"/>
              </p:custDataLst>
            </p:nvPr>
          </p:nvSpPr>
          <p:spPr>
            <a:xfrm>
              <a:off x="723" y="4547"/>
              <a:ext cx="5638" cy="4428"/>
            </a:xfrm>
            <a:prstGeom prst="rect">
              <a:avLst/>
            </a:prstGeom>
          </p:spPr>
          <p:txBody>
            <a:bodyPr vert="horz" wrap="square">
              <a:noAutofit/>
            </a:bodyPr>
            <a:lstStyle>
              <a:lvl1pPr marL="0" indent="0" algn="l" defTabSz="4572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90204"/>
                <a:buNone/>
                <a:defRPr sz="800" kern="1200" baseline="0">
                  <a:solidFill>
                    <a:schemeClr val="bg1">
                      <a:lumMod val="50000"/>
                    </a:schemeClr>
                  </a:solidFill>
                  <a:latin typeface="Roboto Condensed" panose="02000000000000000000"/>
                  <a:ea typeface="+mn-ea"/>
                  <a:cs typeface="Roboto Condensed" panose="02000000000000000000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1400" dirty="0" smtClean="0">
                  <a:latin typeface="思源黑体 CN Normal" panose="020B0500000000000000" pitchFamily="34" charset="-122"/>
                  <a:ea typeface="思源黑体 CN Normal" panose="020B0500000000000000" pitchFamily="34" charset="-122"/>
                  <a:sym typeface="思源黑体 CN Normal" panose="020B0500000000000000" pitchFamily="34" charset="-122"/>
                </a:rPr>
                <a:t>{{#####}}</a:t>
              </a:r>
              <a:endParaRPr lang="zh-CN" altLang="en-US" sz="1400" dirty="0">
                <a:solidFill>
                  <a:srgbClr val="595959"/>
                </a:solidFill>
                <a:latin typeface="思源黑体 CN" panose="020B0500000000000000" charset="-122"/>
                <a:ea typeface="思源黑体 CN" panose="020B0500000000000000" charset="-122"/>
                <a:cs typeface="+mn-ea"/>
                <a:sym typeface="+mn-lt"/>
              </a:endParaRPr>
            </a:p>
          </p:txBody>
        </p:sp>
        <p:sp>
          <p:nvSpPr>
            <p:cNvPr id="4" name="Text Placeholder 2"/>
            <p:cNvSpPr txBox="1"/>
            <p:nvPr>
              <p:custDataLst>
                <p:tags r:id="rId12"/>
              </p:custDataLst>
            </p:nvPr>
          </p:nvSpPr>
          <p:spPr>
            <a:xfrm>
              <a:off x="12979" y="2414"/>
              <a:ext cx="5638" cy="2134"/>
            </a:xfrm>
            <a:prstGeom prst="rect">
              <a:avLst/>
            </a:prstGeom>
          </p:spPr>
          <p:txBody>
            <a:bodyPr vert="horz" wrap="square" anchor="ctr" anchorCtr="0">
              <a:noAutofit/>
            </a:bodyPr>
            <a:lstStyle>
              <a:lvl1pPr marL="0" indent="0" algn="l" defTabSz="457200" rtl="0" eaLnBrk="1" latinLnBrk="0" hangingPunct="1">
                <a:spcBef>
                  <a:spcPct val="20000"/>
                </a:spcBef>
                <a:buFont typeface="Arial" panose="020B0604020202090204"/>
                <a:buNone/>
                <a:defRPr sz="1200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 Condensed" panose="02000000000000000000"/>
                  <a:ea typeface="+mn-ea"/>
                  <a:cs typeface="Roboto Condensed" panose="02000000000000000000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思源黑体 CN Normal" panose="020B0500000000000000" pitchFamily="34" charset="-122"/>
                </a:rPr>
                <a:t>{{####}}</a:t>
              </a:r>
              <a:endParaRPr lang="zh-CN" altLang="en-US" sz="2000" b="1" dirty="0">
                <a:solidFill>
                  <a:schemeClr val="tx1"/>
                </a:solidFill>
                <a:latin typeface="思源黑体 CN" panose="020B0500000000000000" charset="-122"/>
                <a:ea typeface="思源黑体 CN" panose="020B0500000000000000" charset="-122"/>
                <a:cs typeface="+mn-ea"/>
                <a:sym typeface="+mn-lt"/>
              </a:endParaRPr>
            </a:p>
          </p:txBody>
        </p:sp>
        <p:sp>
          <p:nvSpPr>
            <p:cNvPr id="11" name="Text Placeholder 8"/>
            <p:cNvSpPr txBox="1"/>
            <p:nvPr>
              <p:custDataLst>
                <p:tags r:id="rId13"/>
              </p:custDataLst>
            </p:nvPr>
          </p:nvSpPr>
          <p:spPr>
            <a:xfrm>
              <a:off x="12979" y="4547"/>
              <a:ext cx="5638" cy="4428"/>
            </a:xfrm>
            <a:prstGeom prst="rect">
              <a:avLst/>
            </a:prstGeom>
          </p:spPr>
          <p:txBody>
            <a:bodyPr vert="horz" wrap="square">
              <a:noAutofit/>
            </a:bodyPr>
            <a:lstStyle>
              <a:lvl1pPr marL="0" indent="0" algn="l" defTabSz="4572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90204"/>
                <a:buNone/>
                <a:defRPr sz="800" kern="1200" baseline="0">
                  <a:solidFill>
                    <a:schemeClr val="bg1">
                      <a:lumMod val="50000"/>
                    </a:schemeClr>
                  </a:solidFill>
                  <a:latin typeface="Roboto Condensed" panose="02000000000000000000"/>
                  <a:ea typeface="+mn-ea"/>
                  <a:cs typeface="Roboto Condensed" panose="02000000000000000000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 panose="020B060402020209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1400" dirty="0" smtClean="0">
                  <a:latin typeface="思源黑体 CN Normal" panose="020B0500000000000000" pitchFamily="34" charset="-122"/>
                  <a:ea typeface="思源黑体 CN Normal" panose="020B0500000000000000" pitchFamily="34" charset="-122"/>
                  <a:sym typeface="思源黑体 CN Normal" panose="020B0500000000000000" pitchFamily="34" charset="-122"/>
                </a:rPr>
                <a:t>{{#####}}</a:t>
              </a:r>
              <a:endParaRPr lang="zh-CN" altLang="en-US" sz="1400" dirty="0">
                <a:solidFill>
                  <a:srgbClr val="595959"/>
                </a:solidFill>
                <a:latin typeface="思源黑体 CN" panose="020B0500000000000000" charset="-122"/>
                <a:ea typeface="思源黑体 CN" panose="020B0500000000000000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5" name="图片 4" descr="13备份 1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1514" y="356"/>
              <a:ext cx="14037" cy="87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/>
              <a:r>
                <a:rPr lang="zh-CN" altLang="en-US" sz="2000" b="1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rPr>
                <a:t>{{###}}</a:t>
              </a:r>
              <a:endParaRPr lang="zh-CN" altLang="en-US" sz="2000" b="1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lt"/>
              </a:endParaRPr>
            </a:p>
          </p:txBody>
        </p:sp>
        <p:pic>
          <p:nvPicPr>
            <p:cNvPr id="7" name="图片 6" descr="消防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8" y="356"/>
              <a:ext cx="836" cy="984"/>
            </a:xfrm>
            <a:prstGeom prst="rect">
              <a:avLst/>
            </a:prstGeom>
          </p:spPr>
        </p:pic>
      </p:grpSp>
      <p:grpSp>
        <p:nvGrpSpPr>
          <p:cNvPr id="8" name="组合 7"/>
          <p:cNvGrpSpPr/>
          <p:nvPr/>
        </p:nvGrpSpPr>
        <p:grpSpPr>
          <a:xfrm>
            <a:off x="1040765" y="1654810"/>
            <a:ext cx="10402570" cy="4194810"/>
            <a:chOff x="1639" y="2606"/>
            <a:chExt cx="16382" cy="6606"/>
          </a:xfrm>
        </p:grpSpPr>
        <p:sp>
          <p:nvSpPr>
            <p:cNvPr id="35" name="椭圆 34"/>
            <p:cNvSpPr/>
            <p:nvPr>
              <p:custDataLst>
                <p:tags r:id="rId6"/>
              </p:custDataLst>
            </p:nvPr>
          </p:nvSpPr>
          <p:spPr>
            <a:xfrm>
              <a:off x="10157" y="8086"/>
              <a:ext cx="1126" cy="11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4000" dirty="0">
                <a:cs typeface="+mn-ea"/>
                <a:sym typeface="+mn-lt"/>
              </a:endParaRPr>
            </a:p>
          </p:txBody>
        </p:sp>
        <p:sp>
          <p:nvSpPr>
            <p:cNvPr id="9" name="矩形 8"/>
            <p:cNvSpPr/>
            <p:nvPr>
              <p:custDataLst>
                <p:tags r:id="rId7"/>
              </p:custDataLst>
            </p:nvPr>
          </p:nvSpPr>
          <p:spPr>
            <a:xfrm>
              <a:off x="10159" y="2606"/>
              <a:ext cx="7863" cy="48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" name="等腰三角形 29"/>
            <p:cNvSpPr/>
            <p:nvPr>
              <p:custDataLst>
                <p:tags r:id="rId8"/>
              </p:custDataLst>
            </p:nvPr>
          </p:nvSpPr>
          <p:spPr>
            <a:xfrm rot="10800000">
              <a:off x="10522" y="7404"/>
              <a:ext cx="441" cy="38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 rot="0">
              <a:off x="10457" y="8208"/>
              <a:ext cx="2247" cy="964"/>
              <a:chOff x="6651565" y="5118279"/>
              <a:chExt cx="1426845" cy="612140"/>
            </a:xfrm>
          </p:grpSpPr>
          <p:sp>
            <p:nvSpPr>
              <p:cNvPr id="32" name="文本框 31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7291010" y="5118279"/>
                <a:ext cx="787400" cy="61214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altLang="zh-CN" sz="2000" b="1" dirty="0">
                    <a:solidFill>
                      <a:schemeClr val="accent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cs typeface="+mn-ea"/>
                    <a:sym typeface="+mn-lt"/>
                  </a:rPr>
                  <a:t>02</a:t>
                </a:r>
                <a:endParaRPr lang="en-US" altLang="zh-CN" sz="2000" b="1" dirty="0">
                  <a:solidFill>
                    <a:schemeClr val="accent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endParaRPr>
              </a:p>
            </p:txBody>
          </p:sp>
          <p:sp>
            <p:nvSpPr>
              <p:cNvPr id="33" name="arrow-pointing-left-circular-button_20407"/>
              <p:cNvSpPr>
                <a:spLocks noChangeAspect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6651565" y="5253461"/>
                <a:ext cx="320989" cy="320504"/>
              </a:xfrm>
              <a:custGeom>
                <a:avLst/>
                <a:gdLst>
                  <a:gd name="T0" fmla="*/ 325000 h 606722"/>
                  <a:gd name="T1" fmla="*/ 325000 h 606722"/>
                  <a:gd name="T2" fmla="*/ 325000 h 606722"/>
                  <a:gd name="T3" fmla="*/ 325000 h 606722"/>
                  <a:gd name="T4" fmla="*/ 325000 h 606722"/>
                  <a:gd name="T5" fmla="*/ 325000 h 606722"/>
                  <a:gd name="T6" fmla="*/ 325000 h 606722"/>
                  <a:gd name="T7" fmla="*/ 325000 h 606722"/>
                  <a:gd name="T8" fmla="*/ 325000 h 606722"/>
                  <a:gd name="T9" fmla="*/ 325000 h 606722"/>
                  <a:gd name="T10" fmla="*/ 325000 h 606722"/>
                  <a:gd name="T11" fmla="*/ 325000 h 606722"/>
                  <a:gd name="T12" fmla="*/ 325000 h 606722"/>
                  <a:gd name="T13" fmla="*/ 325000 h 606722"/>
                  <a:gd name="T14" fmla="*/ 325000 h 606722"/>
                  <a:gd name="T15" fmla="*/ 325000 h 606722"/>
                  <a:gd name="T16" fmla="*/ 325000 h 606722"/>
                  <a:gd name="T17" fmla="*/ 325000 h 606722"/>
                  <a:gd name="T18" fmla="*/ 325000 h 606722"/>
                  <a:gd name="T19" fmla="*/ 325000 h 606722"/>
                  <a:gd name="T20" fmla="*/ 325000 h 606722"/>
                  <a:gd name="T21" fmla="*/ 325000 h 606722"/>
                  <a:gd name="T22" fmla="*/ 325000 h 606722"/>
                  <a:gd name="T23" fmla="*/ 325000 h 6067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827" h="6827">
                    <a:moveTo>
                      <a:pt x="5547" y="0"/>
                    </a:moveTo>
                    <a:lnTo>
                      <a:pt x="1280" y="0"/>
                    </a:lnTo>
                    <a:cubicBezTo>
                      <a:pt x="574" y="0"/>
                      <a:pt x="0" y="574"/>
                      <a:pt x="0" y="1280"/>
                    </a:cubicBezTo>
                    <a:lnTo>
                      <a:pt x="0" y="6684"/>
                    </a:lnTo>
                    <a:cubicBezTo>
                      <a:pt x="0" y="6744"/>
                      <a:pt x="38" y="6798"/>
                      <a:pt x="94" y="6818"/>
                    </a:cubicBezTo>
                    <a:cubicBezTo>
                      <a:pt x="110" y="6824"/>
                      <a:pt x="126" y="6827"/>
                      <a:pt x="142" y="6827"/>
                    </a:cubicBezTo>
                    <a:cubicBezTo>
                      <a:pt x="184" y="6827"/>
                      <a:pt x="224" y="6809"/>
                      <a:pt x="251" y="6775"/>
                    </a:cubicBezTo>
                    <a:lnTo>
                      <a:pt x="1631" y="5120"/>
                    </a:lnTo>
                    <a:lnTo>
                      <a:pt x="5547" y="5120"/>
                    </a:lnTo>
                    <a:cubicBezTo>
                      <a:pt x="6252" y="5120"/>
                      <a:pt x="6827" y="4546"/>
                      <a:pt x="6827" y="3840"/>
                    </a:cubicBezTo>
                    <a:lnTo>
                      <a:pt x="6827" y="1280"/>
                    </a:lnTo>
                    <a:cubicBezTo>
                      <a:pt x="6827" y="574"/>
                      <a:pt x="6252" y="0"/>
                      <a:pt x="554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8" name="椭圆 37"/>
            <p:cNvSpPr/>
            <p:nvPr>
              <p:custDataLst>
                <p:tags r:id="rId11"/>
              </p:custDataLst>
            </p:nvPr>
          </p:nvSpPr>
          <p:spPr>
            <a:xfrm>
              <a:off x="1639" y="8086"/>
              <a:ext cx="1126" cy="11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4000" dirty="0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12"/>
              </p:custDataLst>
            </p:nvPr>
          </p:nvSpPr>
          <p:spPr>
            <a:xfrm>
              <a:off x="1641" y="2606"/>
              <a:ext cx="7863" cy="48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等腰三角形 39"/>
            <p:cNvSpPr/>
            <p:nvPr>
              <p:custDataLst>
                <p:tags r:id="rId13"/>
              </p:custDataLst>
            </p:nvPr>
          </p:nvSpPr>
          <p:spPr>
            <a:xfrm rot="10800000">
              <a:off x="2004" y="7404"/>
              <a:ext cx="441" cy="38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 rot="0">
              <a:off x="1847" y="2843"/>
              <a:ext cx="7478" cy="4402"/>
              <a:chOff x="971941" y="1504261"/>
              <a:chExt cx="4748499" cy="2795190"/>
            </a:xfrm>
          </p:grpSpPr>
          <p:sp>
            <p:nvSpPr>
              <p:cNvPr id="46" name="文本框 45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971941" y="2306243"/>
                <a:ext cx="4748499" cy="199320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ts val="2000"/>
                  </a:lnSpc>
                </a:pPr>
                <a:r>
                  <a:rPr lang="en-US" altLang="zh-CN" sz="1600" dirty="0">
                    <a:solidFill>
                      <a:schemeClr val="bg1"/>
                    </a:solidFill>
                    <a:latin typeface="思源黑体 CN" panose="020B0500000000000000" charset="-122"/>
                    <a:ea typeface="思源黑体 CN" panose="020B0500000000000000" charset="-122"/>
                    <a:cs typeface="+mn-ea"/>
                    <a:sym typeface="+mn-lt"/>
                  </a:rPr>
                  <a:t>{{#####}}</a:t>
                </a:r>
                <a:endParaRPr lang="en-US" altLang="zh-CN" sz="1600" dirty="0">
                  <a:solidFill>
                    <a:schemeClr val="bg1"/>
                  </a:solidFill>
                  <a:latin typeface="思源黑体 CN" panose="020B0500000000000000" charset="-122"/>
                  <a:ea typeface="思源黑体 CN" panose="020B0500000000000000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46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972576" y="1504261"/>
                <a:ext cx="4747864" cy="80579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cs typeface="+mn-ea"/>
                    <a:sym typeface="思源黑体 CN Normal" panose="020B0500000000000000" pitchFamily="34" charset="-122"/>
                  </a:rPr>
                  <a:t>{{####}}</a:t>
                </a:r>
                <a:endParaRPr lang="zh-CN" altLang="en-US" sz="2000" b="1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思源黑体 CN Normal" panose="020B0500000000000000" pitchFamily="34" charset="-122"/>
                </a:endParaRPr>
              </a:p>
            </p:txBody>
          </p:sp>
        </p:grpSp>
        <p:sp>
          <p:nvSpPr>
            <p:cNvPr id="44" name="文本框 43"/>
            <p:cNvSpPr txBox="1"/>
            <p:nvPr>
              <p:custDataLst>
                <p:tags r:id="rId16"/>
              </p:custDataLst>
            </p:nvPr>
          </p:nvSpPr>
          <p:spPr>
            <a:xfrm>
              <a:off x="2946" y="8208"/>
              <a:ext cx="1127" cy="964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zh-CN" sz="2000" b="1" dirty="0">
                  <a:solidFill>
                    <a:schemeClr val="accent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rPr>
                <a:t>01</a:t>
              </a:r>
              <a:endParaRPr lang="en-US" altLang="zh-CN" sz="2000" b="1" dirty="0">
                <a:solidFill>
                  <a:schemeClr val="accent1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lt"/>
              </a:endParaRPr>
            </a:p>
          </p:txBody>
        </p:sp>
        <p:sp>
          <p:nvSpPr>
            <p:cNvPr id="49" name="arrow-pointing-left-circular-button_20407"/>
            <p:cNvSpPr>
              <a:spLocks noChangeAspect="1"/>
            </p:cNvSpPr>
            <p:nvPr>
              <p:custDataLst>
                <p:tags r:id="rId17"/>
              </p:custDataLst>
            </p:nvPr>
          </p:nvSpPr>
          <p:spPr bwMode="auto">
            <a:xfrm>
              <a:off x="2015" y="8373"/>
              <a:ext cx="350" cy="541"/>
            </a:xfrm>
            <a:custGeom>
              <a:avLst/>
              <a:gdLst>
                <a:gd name="connsiteX0" fmla="*/ 0 w 390932"/>
                <a:gd name="connsiteY0" fmla="*/ 425933 h 603405"/>
                <a:gd name="connsiteX1" fmla="*/ 390932 w 390932"/>
                <a:gd name="connsiteY1" fmla="*/ 425933 h 603405"/>
                <a:gd name="connsiteX2" fmla="*/ 390932 w 390932"/>
                <a:gd name="connsiteY2" fmla="*/ 544193 h 603405"/>
                <a:gd name="connsiteX3" fmla="*/ 331631 w 390932"/>
                <a:gd name="connsiteY3" fmla="*/ 603405 h 603405"/>
                <a:gd name="connsiteX4" fmla="*/ 59138 w 390932"/>
                <a:gd name="connsiteY4" fmla="*/ 603405 h 603405"/>
                <a:gd name="connsiteX5" fmla="*/ 0 w 390932"/>
                <a:gd name="connsiteY5" fmla="*/ 544193 h 603405"/>
                <a:gd name="connsiteX6" fmla="*/ 0 w 390932"/>
                <a:gd name="connsiteY6" fmla="*/ 378654 h 603405"/>
                <a:gd name="connsiteX7" fmla="*/ 390932 w 390932"/>
                <a:gd name="connsiteY7" fmla="*/ 378654 h 603405"/>
                <a:gd name="connsiteX8" fmla="*/ 390932 w 390932"/>
                <a:gd name="connsiteY8" fmla="*/ 402293 h 603405"/>
                <a:gd name="connsiteX9" fmla="*/ 0 w 390932"/>
                <a:gd name="connsiteY9" fmla="*/ 402293 h 603405"/>
                <a:gd name="connsiteX10" fmla="*/ 0 w 390932"/>
                <a:gd name="connsiteY10" fmla="*/ 331305 h 603405"/>
                <a:gd name="connsiteX11" fmla="*/ 390932 w 390932"/>
                <a:gd name="connsiteY11" fmla="*/ 331305 h 603405"/>
                <a:gd name="connsiteX12" fmla="*/ 390932 w 390932"/>
                <a:gd name="connsiteY12" fmla="*/ 354944 h 603405"/>
                <a:gd name="connsiteX13" fmla="*/ 0 w 390932"/>
                <a:gd name="connsiteY13" fmla="*/ 354944 h 603405"/>
                <a:gd name="connsiteX14" fmla="*/ 142119 w 390932"/>
                <a:gd name="connsiteY14" fmla="*/ 0 h 603405"/>
                <a:gd name="connsiteX15" fmla="*/ 390932 w 390932"/>
                <a:gd name="connsiteY15" fmla="*/ 0 h 603405"/>
                <a:gd name="connsiteX16" fmla="*/ 390932 w 390932"/>
                <a:gd name="connsiteY16" fmla="*/ 186459 h 603405"/>
                <a:gd name="connsiteX17" fmla="*/ 390932 w 390932"/>
                <a:gd name="connsiteY17" fmla="*/ 307665 h 603405"/>
                <a:gd name="connsiteX18" fmla="*/ 142119 w 390932"/>
                <a:gd name="connsiteY18" fmla="*/ 307665 h 603405"/>
                <a:gd name="connsiteX19" fmla="*/ 0 w 390932"/>
                <a:gd name="connsiteY19" fmla="*/ 0 h 603405"/>
                <a:gd name="connsiteX20" fmla="*/ 106483 w 390932"/>
                <a:gd name="connsiteY20" fmla="*/ 0 h 603405"/>
                <a:gd name="connsiteX21" fmla="*/ 106483 w 390932"/>
                <a:gd name="connsiteY21" fmla="*/ 307665 h 603405"/>
                <a:gd name="connsiteX22" fmla="*/ 0 w 390932"/>
                <a:gd name="connsiteY22" fmla="*/ 307665 h 603405"/>
                <a:gd name="connsiteX23" fmla="*/ 0 w 390932"/>
                <a:gd name="connsiteY23" fmla="*/ 186459 h 603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90932" h="603405">
                  <a:moveTo>
                    <a:pt x="0" y="425933"/>
                  </a:moveTo>
                  <a:lnTo>
                    <a:pt x="390932" y="425933"/>
                  </a:lnTo>
                  <a:lnTo>
                    <a:pt x="390932" y="544193"/>
                  </a:lnTo>
                  <a:cubicBezTo>
                    <a:pt x="390932" y="576817"/>
                    <a:pt x="364467" y="603405"/>
                    <a:pt x="331631" y="603405"/>
                  </a:cubicBezTo>
                  <a:lnTo>
                    <a:pt x="59138" y="603405"/>
                  </a:lnTo>
                  <a:cubicBezTo>
                    <a:pt x="26465" y="603405"/>
                    <a:pt x="0" y="576817"/>
                    <a:pt x="0" y="544193"/>
                  </a:cubicBezTo>
                  <a:close/>
                  <a:moveTo>
                    <a:pt x="0" y="378654"/>
                  </a:moveTo>
                  <a:lnTo>
                    <a:pt x="390932" y="378654"/>
                  </a:lnTo>
                  <a:lnTo>
                    <a:pt x="390932" y="402293"/>
                  </a:lnTo>
                  <a:lnTo>
                    <a:pt x="0" y="402293"/>
                  </a:lnTo>
                  <a:close/>
                  <a:moveTo>
                    <a:pt x="0" y="331305"/>
                  </a:moveTo>
                  <a:lnTo>
                    <a:pt x="390932" y="331305"/>
                  </a:lnTo>
                  <a:lnTo>
                    <a:pt x="390932" y="354944"/>
                  </a:lnTo>
                  <a:lnTo>
                    <a:pt x="0" y="354944"/>
                  </a:lnTo>
                  <a:close/>
                  <a:moveTo>
                    <a:pt x="142119" y="0"/>
                  </a:moveTo>
                  <a:lnTo>
                    <a:pt x="390932" y="0"/>
                  </a:lnTo>
                  <a:lnTo>
                    <a:pt x="390932" y="186459"/>
                  </a:lnTo>
                  <a:lnTo>
                    <a:pt x="390932" y="307665"/>
                  </a:lnTo>
                  <a:lnTo>
                    <a:pt x="142119" y="307665"/>
                  </a:lnTo>
                  <a:close/>
                  <a:moveTo>
                    <a:pt x="0" y="0"/>
                  </a:moveTo>
                  <a:lnTo>
                    <a:pt x="106483" y="0"/>
                  </a:lnTo>
                  <a:lnTo>
                    <a:pt x="106483" y="307665"/>
                  </a:lnTo>
                  <a:lnTo>
                    <a:pt x="0" y="307665"/>
                  </a:lnTo>
                  <a:lnTo>
                    <a:pt x="0" y="1864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6" name="文本框 35"/>
            <p:cNvSpPr txBox="1"/>
            <p:nvPr>
              <p:custDataLst>
                <p:tags r:id="rId18"/>
              </p:custDataLst>
            </p:nvPr>
          </p:nvSpPr>
          <p:spPr>
            <a:xfrm>
              <a:off x="10351" y="4083"/>
              <a:ext cx="7478" cy="313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ts val="2000"/>
                </a:lnSpc>
              </a:pPr>
              <a:r>
                <a:rPr lang="en-US" altLang="zh-CN" sz="1600" dirty="0">
                  <a:solidFill>
                    <a:schemeClr val="bg1"/>
                  </a:solidFill>
                  <a:latin typeface="思源黑体 CN" panose="020B0500000000000000" charset="-122"/>
                  <a:ea typeface="思源黑体 CN" panose="020B0500000000000000" charset="-122"/>
                  <a:cs typeface="+mn-ea"/>
                  <a:sym typeface="+mn-lt"/>
                </a:rPr>
                <a:t>{{#####}}</a:t>
              </a:r>
              <a:endParaRPr lang="zh-CN" altLang="en-US" sz="1600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+mn-ea"/>
                <a:sym typeface="+mn-lt"/>
              </a:endParaRPr>
            </a:p>
          </p:txBody>
        </p:sp>
        <p:sp>
          <p:nvSpPr>
            <p:cNvPr id="37" name="文本框 36"/>
            <p:cNvSpPr txBox="1"/>
            <p:nvPr>
              <p:custDataLst>
                <p:tags r:id="rId19"/>
              </p:custDataLst>
            </p:nvPr>
          </p:nvSpPr>
          <p:spPr>
            <a:xfrm>
              <a:off x="10352" y="2820"/>
              <a:ext cx="7477" cy="1269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marL="0" indent="0" algn="l">
                <a:lnSpc>
                  <a:spcPct val="100000"/>
                </a:lnSpc>
                <a:buNone/>
              </a:pPr>
              <a:r>
                <a:rPr lang="zh-CN" altLang="en-US" sz="2000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思源黑体 CN Normal" panose="020B0500000000000000" pitchFamily="34" charset="-122"/>
                </a:rPr>
                <a:t>{{####}}</a:t>
              </a:r>
              <a:endParaRPr lang="zh-CN" altLang="en-US" sz="2000" b="1" dirty="0">
                <a:solidFill>
                  <a:schemeClr val="bg1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思源黑体 CN Normal" panose="020B0500000000000000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7" name="组合 16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5" name="图片 4" descr="13备份 1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1514" y="356"/>
              <a:ext cx="14037" cy="87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/>
              <a:r>
                <a:rPr lang="zh-CN" altLang="en-US" sz="2000" b="1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rPr>
                <a:t>{{###}}</a:t>
              </a:r>
              <a:endParaRPr lang="zh-CN" altLang="en-US" sz="2000" b="1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lt"/>
              </a:endParaRPr>
            </a:p>
          </p:txBody>
        </p:sp>
        <p:pic>
          <p:nvPicPr>
            <p:cNvPr id="7" name="图片 6" descr="消防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8" y="356"/>
              <a:ext cx="836" cy="984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850900" y="1553210"/>
            <a:ext cx="10495280" cy="4912360"/>
            <a:chOff x="1340" y="2446"/>
            <a:chExt cx="16528" cy="7736"/>
          </a:xfrm>
        </p:grpSpPr>
        <p:sp>
          <p:nvSpPr>
            <p:cNvPr id="11" name="矩形 10"/>
            <p:cNvSpPr/>
            <p:nvPr>
              <p:custDataLst>
                <p:tags r:id="rId6"/>
              </p:custDataLst>
            </p:nvPr>
          </p:nvSpPr>
          <p:spPr>
            <a:xfrm>
              <a:off x="1346" y="2446"/>
              <a:ext cx="16522" cy="4692"/>
            </a:xfrm>
            <a:prstGeom prst="rect">
              <a:avLst/>
            </a:prstGeom>
            <a:blipFill rotWithShape="1">
              <a:blip r:embed="rId7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21" name="箭头: 五边形 17"/>
            <p:cNvSpPr/>
            <p:nvPr>
              <p:custDataLst>
                <p:tags r:id="rId8"/>
              </p:custDataLst>
            </p:nvPr>
          </p:nvSpPr>
          <p:spPr>
            <a:xfrm>
              <a:off x="9632" y="6737"/>
              <a:ext cx="8093" cy="106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marL="0" indent="0" algn="ctr">
                <a:lnSpc>
                  <a:spcPct val="100000"/>
                </a:lnSpc>
                <a:buNone/>
              </a:pPr>
              <a:r>
                <a:rPr lang="zh-CN" altLang="en-US" sz="2000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思源黑体 CN Normal" panose="020B0500000000000000" pitchFamily="34" charset="-122"/>
                </a:rPr>
                <a:t>{{####}}</a:t>
              </a:r>
              <a:endParaRPr lang="zh-CN" altLang="en-US" sz="2000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2" name="箭头: 五边形 17"/>
            <p:cNvSpPr/>
            <p:nvPr>
              <p:custDataLst>
                <p:tags r:id="rId9"/>
              </p:custDataLst>
            </p:nvPr>
          </p:nvSpPr>
          <p:spPr>
            <a:xfrm>
              <a:off x="1340" y="6737"/>
              <a:ext cx="8093" cy="106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marL="0" indent="0" algn="ctr">
                <a:lnSpc>
                  <a:spcPct val="100000"/>
                </a:lnSpc>
                <a:buNone/>
              </a:pPr>
              <a:r>
                <a:rPr lang="zh-CN" altLang="en-US" sz="2000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思源黑体 CN Normal" panose="020B0500000000000000" pitchFamily="34" charset="-122"/>
                </a:rPr>
                <a:t>{{####}}</a:t>
              </a:r>
              <a:endParaRPr lang="zh-CN" altLang="en-US" sz="2000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3" name="Text3"/>
            <p:cNvSpPr txBox="1"/>
            <p:nvPr>
              <p:custDataLst>
                <p:tags r:id="rId10"/>
              </p:custDataLst>
            </p:nvPr>
          </p:nvSpPr>
          <p:spPr>
            <a:xfrm>
              <a:off x="1340" y="7998"/>
              <a:ext cx="7855" cy="2184"/>
            </a:xfrm>
            <a:prstGeom prst="rect">
              <a:avLst/>
            </a:prstGeom>
            <a:noFill/>
          </p:spPr>
          <p:txBody>
            <a:bodyPr wrap="square" lIns="144000" tIns="0" rIns="144000" bIns="0" anchor="t" anchorCtr="1">
              <a:noAutofit/>
            </a:bodyPr>
            <a:p>
              <a:pPr algn="l">
                <a:lnSpc>
                  <a:spcPct val="120000"/>
                </a:lnSpc>
              </a:pPr>
              <a:r>
                <a:rPr lang="zh-CN" altLang="en-US" sz="1400" dirty="0" smtClean="0">
                  <a:latin typeface="思源黑体 CN Normal" panose="020B0500000000000000" pitchFamily="34" charset="-122"/>
                  <a:ea typeface="思源黑体 CN Normal" panose="020B0500000000000000" pitchFamily="34" charset="-122"/>
                  <a:sym typeface="思源黑体 CN Normal" panose="020B0500000000000000" pitchFamily="34" charset="-122"/>
                </a:rPr>
                <a:t>{{#####}}</a:t>
              </a:r>
              <a:endParaRPr lang="zh-CN" alt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500000000000000" pitchFamily="34" charset="-122"/>
                <a:ea typeface="思源黑体 CN Normal" panose="020B0500000000000000" pitchFamily="34" charset="-122"/>
                <a:cs typeface="+mn-ea"/>
                <a:sym typeface="思源黑体 CN Normal" panose="020B0500000000000000" pitchFamily="34" charset="-122"/>
              </a:endParaRPr>
            </a:p>
          </p:txBody>
        </p:sp>
        <p:sp>
          <p:nvSpPr>
            <p:cNvPr id="24" name="Text3"/>
            <p:cNvSpPr txBox="1"/>
            <p:nvPr>
              <p:custDataLst>
                <p:tags r:id="rId11"/>
              </p:custDataLst>
            </p:nvPr>
          </p:nvSpPr>
          <p:spPr>
            <a:xfrm>
              <a:off x="9632" y="7998"/>
              <a:ext cx="7855" cy="2184"/>
            </a:xfrm>
            <a:prstGeom prst="rect">
              <a:avLst/>
            </a:prstGeom>
            <a:noFill/>
          </p:spPr>
          <p:txBody>
            <a:bodyPr wrap="square" lIns="144000" tIns="0" rIns="144000" bIns="0" anchor="t" anchorCtr="1">
              <a:noAutofit/>
            </a:bodyPr>
            <a:p>
              <a:pPr algn="l">
                <a:lnSpc>
                  <a:spcPct val="120000"/>
                </a:lnSpc>
              </a:pPr>
              <a:r>
                <a:rPr lang="zh-CN" altLang="en-US" sz="1400" dirty="0" smtClean="0">
                  <a:latin typeface="思源黑体 CN Normal" panose="020B0500000000000000" pitchFamily="34" charset="-122"/>
                  <a:ea typeface="思源黑体 CN Normal" panose="020B0500000000000000" pitchFamily="34" charset="-122"/>
                  <a:sym typeface="思源黑体 CN Normal" panose="020B0500000000000000" pitchFamily="34" charset="-122"/>
                </a:rPr>
                <a:t>{{#####}}</a:t>
              </a:r>
              <a:endParaRPr lang="zh-CN" alt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500000000000000" pitchFamily="34" charset="-122"/>
                <a:ea typeface="思源黑体 CN Normal" panose="020B0500000000000000" pitchFamily="34" charset="-122"/>
                <a:cs typeface="+mn-ea"/>
                <a:sym typeface="思源黑体 CN Normal" panose="020B0500000000000000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10" name="图片 9" descr="13备份 1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>
              <p:custDataLst>
                <p:tags r:id="rId3"/>
              </p:custDataLst>
            </p:nvPr>
          </p:nvSpPr>
          <p:spPr>
            <a:xfrm>
              <a:off x="1514" y="356"/>
              <a:ext cx="14037" cy="87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/>
              <a:r>
                <a:rPr lang="zh-CN" altLang="en-US" sz="2000" b="1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rPr>
                <a:t>{{###}}</a:t>
              </a:r>
              <a:endParaRPr lang="zh-CN" altLang="en-US" sz="2000" b="1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lt"/>
              </a:endParaRPr>
            </a:p>
          </p:txBody>
        </p:sp>
        <p:pic>
          <p:nvPicPr>
            <p:cNvPr id="20" name="图片 19" descr="消防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8" y="356"/>
              <a:ext cx="836" cy="984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1113155" y="1645285"/>
            <a:ext cx="10101580" cy="4888230"/>
            <a:chOff x="1753" y="2591"/>
            <a:chExt cx="15908" cy="7698"/>
          </a:xfrm>
        </p:grpSpPr>
        <p:grpSp>
          <p:nvGrpSpPr>
            <p:cNvPr id="59" name="组合 58"/>
            <p:cNvGrpSpPr/>
            <p:nvPr/>
          </p:nvGrpSpPr>
          <p:grpSpPr>
            <a:xfrm rot="0">
              <a:off x="2664" y="2591"/>
              <a:ext cx="14131" cy="3658"/>
              <a:chOff x="1622828" y="3103376"/>
              <a:chExt cx="8973458" cy="2322585"/>
            </a:xfrm>
          </p:grpSpPr>
          <p:sp>
            <p:nvSpPr>
              <p:cNvPr id="15" name="弧形 14"/>
              <p:cNvSpPr/>
              <p:nvPr>
                <p:custDataLst>
                  <p:tags r:id="rId6"/>
                </p:custDataLst>
              </p:nvPr>
            </p:nvSpPr>
            <p:spPr>
              <a:xfrm>
                <a:off x="2006908" y="3103376"/>
                <a:ext cx="2431190" cy="2322585"/>
              </a:xfrm>
              <a:prstGeom prst="arc">
                <a:avLst>
                  <a:gd name="adj1" fmla="val 10817055"/>
                  <a:gd name="adj2" fmla="val 0"/>
                </a:avLst>
              </a:prstGeom>
              <a:ln w="76200" cap="rnd">
                <a:solidFill>
                  <a:schemeClr val="tx2">
                    <a:alpha val="1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lIns="0" tIns="0" rIns="0" bIns="0" anchor="ctr">
                <a:normAutofit/>
              </a:bodyPr>
              <a:p>
                <a:pPr algn="ctr"/>
              </a:p>
            </p:txBody>
          </p:sp>
          <p:sp>
            <p:nvSpPr>
              <p:cNvPr id="27" name="弧形 26"/>
              <p:cNvSpPr/>
              <p:nvPr>
                <p:custDataLst>
                  <p:tags r:id="rId7"/>
                </p:custDataLst>
              </p:nvPr>
            </p:nvSpPr>
            <p:spPr>
              <a:xfrm>
                <a:off x="4894051" y="3103376"/>
                <a:ext cx="2431190" cy="2322585"/>
              </a:xfrm>
              <a:prstGeom prst="arc">
                <a:avLst>
                  <a:gd name="adj1" fmla="val 10817055"/>
                  <a:gd name="adj2" fmla="val 0"/>
                </a:avLst>
              </a:prstGeom>
              <a:ln w="76200" cap="rnd">
                <a:solidFill>
                  <a:schemeClr val="tx2">
                    <a:alpha val="1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lIns="0" tIns="0" rIns="0" bIns="0" anchor="ctr">
                <a:normAutofit/>
              </a:bodyPr>
              <a:p>
                <a:pPr algn="ctr"/>
              </a:p>
            </p:txBody>
          </p:sp>
          <p:sp>
            <p:nvSpPr>
              <p:cNvPr id="28" name="弧形 27"/>
              <p:cNvSpPr/>
              <p:nvPr>
                <p:custDataLst>
                  <p:tags r:id="rId8"/>
                </p:custDataLst>
              </p:nvPr>
            </p:nvSpPr>
            <p:spPr>
              <a:xfrm>
                <a:off x="7764138" y="3103376"/>
                <a:ext cx="2431190" cy="2322585"/>
              </a:xfrm>
              <a:prstGeom prst="arc">
                <a:avLst>
                  <a:gd name="adj1" fmla="val 10817055"/>
                  <a:gd name="adj2" fmla="val 0"/>
                </a:avLst>
              </a:prstGeom>
              <a:ln w="76200" cap="rnd">
                <a:solidFill>
                  <a:schemeClr val="tx2">
                    <a:alpha val="1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lIns="0" tIns="0" rIns="0" bIns="0" anchor="ctr">
                <a:normAutofit/>
              </a:bodyPr>
              <a:p>
                <a:pPr algn="ctr"/>
              </a:p>
            </p:txBody>
          </p:sp>
          <p:grpSp>
            <p:nvGrpSpPr>
              <p:cNvPr id="58" name="组合 57"/>
              <p:cNvGrpSpPr/>
              <p:nvPr/>
            </p:nvGrpSpPr>
            <p:grpSpPr>
              <a:xfrm>
                <a:off x="1622828" y="3360631"/>
                <a:ext cx="8973458" cy="1578203"/>
                <a:chOff x="1622828" y="3360631"/>
                <a:chExt cx="8973458" cy="1578203"/>
              </a:xfrm>
            </p:grpSpPr>
            <p:grpSp>
              <p:nvGrpSpPr>
                <p:cNvPr id="35" name="组合 34"/>
                <p:cNvGrpSpPr/>
                <p:nvPr/>
              </p:nvGrpSpPr>
              <p:grpSpPr>
                <a:xfrm rot="0">
                  <a:off x="1622828" y="4134162"/>
                  <a:ext cx="804672" cy="804672"/>
                  <a:chOff x="1369077" y="4134162"/>
                  <a:chExt cx="804672" cy="804672"/>
                </a:xfrm>
              </p:grpSpPr>
              <p:sp>
                <p:nvSpPr>
                  <p:cNvPr id="29" name="椭圆 28"/>
                  <p:cNvSpPr/>
                  <p:nvPr>
                    <p:custDataLst>
                      <p:tags r:id="rId9"/>
                    </p:custDataLst>
                  </p:nvPr>
                </p:nvSpPr>
                <p:spPr bwMode="auto">
                  <a:xfrm>
                    <a:off x="1369077" y="4134162"/>
                    <a:ext cx="804672" cy="804672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9525">
                    <a:noFill/>
                    <a:round/>
                  </a:ln>
                </p:spPr>
                <p:txBody>
                  <a:bodyPr lIns="0" tIns="0" rIns="0" bIns="0" anchor="ctr">
                    <a:normAutofit/>
                  </a:bodyPr>
                  <a:p>
                    <a:pPr algn="ctr"/>
                  </a:p>
                </p:txBody>
              </p:sp>
              <p:sp>
                <p:nvSpPr>
                  <p:cNvPr id="31" name="任意多边形 30"/>
                  <p:cNvSpPr/>
                  <p:nvPr>
                    <p:custDataLst>
                      <p:tags r:id="rId10"/>
                    </p:custDataLst>
                  </p:nvPr>
                </p:nvSpPr>
                <p:spPr bwMode="auto">
                  <a:xfrm>
                    <a:off x="1601162" y="4371327"/>
                    <a:ext cx="369182" cy="352088"/>
                  </a:xfrm>
                  <a:custGeom>
                    <a:avLst/>
                    <a:gdLst>
                      <a:gd name="connsiteX0" fmla="*/ 315778 w 607639"/>
                      <a:gd name="connsiteY0" fmla="*/ 173080 h 579502"/>
                      <a:gd name="connsiteX1" fmla="*/ 315778 w 607639"/>
                      <a:gd name="connsiteY1" fmla="*/ 266058 h 579502"/>
                      <a:gd name="connsiteX2" fmla="*/ 303493 w 607639"/>
                      <a:gd name="connsiteY2" fmla="*/ 278325 h 579502"/>
                      <a:gd name="connsiteX3" fmla="*/ 210375 w 607639"/>
                      <a:gd name="connsiteY3" fmla="*/ 278325 h 579502"/>
                      <a:gd name="connsiteX4" fmla="*/ 303493 w 607639"/>
                      <a:gd name="connsiteY4" fmla="*/ 359925 h 579502"/>
                      <a:gd name="connsiteX5" fmla="*/ 397500 w 607639"/>
                      <a:gd name="connsiteY5" fmla="*/ 266058 h 579502"/>
                      <a:gd name="connsiteX6" fmla="*/ 315778 w 607639"/>
                      <a:gd name="connsiteY6" fmla="*/ 173080 h 579502"/>
                      <a:gd name="connsiteX7" fmla="*/ 249814 w 607639"/>
                      <a:gd name="connsiteY7" fmla="*/ 160816 h 579502"/>
                      <a:gd name="connsiteX8" fmla="*/ 198110 w 607639"/>
                      <a:gd name="connsiteY8" fmla="*/ 212449 h 579502"/>
                      <a:gd name="connsiteX9" fmla="*/ 249814 w 607639"/>
                      <a:gd name="connsiteY9" fmla="*/ 212449 h 579502"/>
                      <a:gd name="connsiteX10" fmla="*/ 303493 w 607639"/>
                      <a:gd name="connsiteY10" fmla="*/ 147835 h 579502"/>
                      <a:gd name="connsiteX11" fmla="*/ 421981 w 607639"/>
                      <a:gd name="connsiteY11" fmla="*/ 266058 h 579502"/>
                      <a:gd name="connsiteX12" fmla="*/ 303493 w 607639"/>
                      <a:gd name="connsiteY12" fmla="*/ 384370 h 579502"/>
                      <a:gd name="connsiteX13" fmla="*/ 185093 w 607639"/>
                      <a:gd name="connsiteY13" fmla="*/ 266058 h 579502"/>
                      <a:gd name="connsiteX14" fmla="*/ 197289 w 607639"/>
                      <a:gd name="connsiteY14" fmla="*/ 253880 h 579502"/>
                      <a:gd name="connsiteX15" fmla="*/ 291297 w 607639"/>
                      <a:gd name="connsiteY15" fmla="*/ 253880 h 579502"/>
                      <a:gd name="connsiteX16" fmla="*/ 291297 w 607639"/>
                      <a:gd name="connsiteY16" fmla="*/ 160013 h 579502"/>
                      <a:gd name="connsiteX17" fmla="*/ 303493 w 607639"/>
                      <a:gd name="connsiteY17" fmla="*/ 147835 h 579502"/>
                      <a:gd name="connsiteX18" fmla="*/ 262095 w 607639"/>
                      <a:gd name="connsiteY18" fmla="*/ 135133 h 579502"/>
                      <a:gd name="connsiteX19" fmla="*/ 274287 w 607639"/>
                      <a:gd name="connsiteY19" fmla="*/ 147397 h 579502"/>
                      <a:gd name="connsiteX20" fmla="*/ 274287 w 607639"/>
                      <a:gd name="connsiteY20" fmla="*/ 224713 h 579502"/>
                      <a:gd name="connsiteX21" fmla="*/ 262095 w 607639"/>
                      <a:gd name="connsiteY21" fmla="*/ 236888 h 579502"/>
                      <a:gd name="connsiteX22" fmla="*/ 184672 w 607639"/>
                      <a:gd name="connsiteY22" fmla="*/ 236888 h 579502"/>
                      <a:gd name="connsiteX23" fmla="*/ 172391 w 607639"/>
                      <a:gd name="connsiteY23" fmla="*/ 224713 h 579502"/>
                      <a:gd name="connsiteX24" fmla="*/ 262095 w 607639"/>
                      <a:gd name="connsiteY24" fmla="*/ 135133 h 579502"/>
                      <a:gd name="connsiteX25" fmla="*/ 58120 w 607639"/>
                      <a:gd name="connsiteY25" fmla="*/ 108514 h 579502"/>
                      <a:gd name="connsiteX26" fmla="*/ 58120 w 607639"/>
                      <a:gd name="connsiteY26" fmla="*/ 413970 h 579502"/>
                      <a:gd name="connsiteX27" fmla="*/ 549430 w 607639"/>
                      <a:gd name="connsiteY27" fmla="*/ 413970 h 579502"/>
                      <a:gd name="connsiteX28" fmla="*/ 549430 w 607639"/>
                      <a:gd name="connsiteY28" fmla="*/ 108514 h 579502"/>
                      <a:gd name="connsiteX29" fmla="*/ 27236 w 607639"/>
                      <a:gd name="connsiteY29" fmla="*/ 56079 h 579502"/>
                      <a:gd name="connsiteX30" fmla="*/ 27236 w 607639"/>
                      <a:gd name="connsiteY30" fmla="*/ 81319 h 579502"/>
                      <a:gd name="connsiteX31" fmla="*/ 580403 w 607639"/>
                      <a:gd name="connsiteY31" fmla="*/ 81319 h 579502"/>
                      <a:gd name="connsiteX32" fmla="*/ 580403 w 607639"/>
                      <a:gd name="connsiteY32" fmla="*/ 56079 h 579502"/>
                      <a:gd name="connsiteX33" fmla="*/ 303775 w 607639"/>
                      <a:gd name="connsiteY33" fmla="*/ 0 h 579502"/>
                      <a:gd name="connsiteX34" fmla="*/ 317393 w 607639"/>
                      <a:gd name="connsiteY34" fmla="*/ 13597 h 579502"/>
                      <a:gd name="connsiteX35" fmla="*/ 317393 w 607639"/>
                      <a:gd name="connsiteY35" fmla="*/ 28884 h 579502"/>
                      <a:gd name="connsiteX36" fmla="*/ 580403 w 607639"/>
                      <a:gd name="connsiteY36" fmla="*/ 28884 h 579502"/>
                      <a:gd name="connsiteX37" fmla="*/ 607639 w 607639"/>
                      <a:gd name="connsiteY37" fmla="*/ 56079 h 579502"/>
                      <a:gd name="connsiteX38" fmla="*/ 607639 w 607639"/>
                      <a:gd name="connsiteY38" fmla="*/ 81319 h 579502"/>
                      <a:gd name="connsiteX39" fmla="*/ 580403 w 607639"/>
                      <a:gd name="connsiteY39" fmla="*/ 108514 h 579502"/>
                      <a:gd name="connsiteX40" fmla="*/ 576665 w 607639"/>
                      <a:gd name="connsiteY40" fmla="*/ 108514 h 579502"/>
                      <a:gd name="connsiteX41" fmla="*/ 576665 w 607639"/>
                      <a:gd name="connsiteY41" fmla="*/ 413970 h 579502"/>
                      <a:gd name="connsiteX42" fmla="*/ 549430 w 607639"/>
                      <a:gd name="connsiteY42" fmla="*/ 441165 h 579502"/>
                      <a:gd name="connsiteX43" fmla="*/ 317393 w 607639"/>
                      <a:gd name="connsiteY43" fmla="*/ 441165 h 579502"/>
                      <a:gd name="connsiteX44" fmla="*/ 317393 w 607639"/>
                      <a:gd name="connsiteY44" fmla="*/ 481069 h 579502"/>
                      <a:gd name="connsiteX45" fmla="*/ 418236 w 607639"/>
                      <a:gd name="connsiteY45" fmla="*/ 554923 h 579502"/>
                      <a:gd name="connsiteX46" fmla="*/ 421173 w 607639"/>
                      <a:gd name="connsiteY46" fmla="*/ 573942 h 579502"/>
                      <a:gd name="connsiteX47" fmla="*/ 410225 w 607639"/>
                      <a:gd name="connsiteY47" fmla="*/ 579452 h 579502"/>
                      <a:gd name="connsiteX48" fmla="*/ 402215 w 607639"/>
                      <a:gd name="connsiteY48" fmla="*/ 576874 h 579502"/>
                      <a:gd name="connsiteX49" fmla="*/ 317393 w 607639"/>
                      <a:gd name="connsiteY49" fmla="*/ 514752 h 579502"/>
                      <a:gd name="connsiteX50" fmla="*/ 317393 w 607639"/>
                      <a:gd name="connsiteY50" fmla="*/ 565854 h 579502"/>
                      <a:gd name="connsiteX51" fmla="*/ 303775 w 607639"/>
                      <a:gd name="connsiteY51" fmla="*/ 579452 h 579502"/>
                      <a:gd name="connsiteX52" fmla="*/ 290157 w 607639"/>
                      <a:gd name="connsiteY52" fmla="*/ 565854 h 579502"/>
                      <a:gd name="connsiteX53" fmla="*/ 290157 w 607639"/>
                      <a:gd name="connsiteY53" fmla="*/ 514752 h 579502"/>
                      <a:gd name="connsiteX54" fmla="*/ 205424 w 607639"/>
                      <a:gd name="connsiteY54" fmla="*/ 576874 h 579502"/>
                      <a:gd name="connsiteX55" fmla="*/ 186377 w 607639"/>
                      <a:gd name="connsiteY55" fmla="*/ 573942 h 579502"/>
                      <a:gd name="connsiteX56" fmla="*/ 189314 w 607639"/>
                      <a:gd name="connsiteY56" fmla="*/ 554923 h 579502"/>
                      <a:gd name="connsiteX57" fmla="*/ 290157 w 607639"/>
                      <a:gd name="connsiteY57" fmla="*/ 481069 h 579502"/>
                      <a:gd name="connsiteX58" fmla="*/ 290157 w 607639"/>
                      <a:gd name="connsiteY58" fmla="*/ 441165 h 579502"/>
                      <a:gd name="connsiteX59" fmla="*/ 58120 w 607639"/>
                      <a:gd name="connsiteY59" fmla="*/ 441165 h 579502"/>
                      <a:gd name="connsiteX60" fmla="*/ 30885 w 607639"/>
                      <a:gd name="connsiteY60" fmla="*/ 413970 h 579502"/>
                      <a:gd name="connsiteX61" fmla="*/ 30885 w 607639"/>
                      <a:gd name="connsiteY61" fmla="*/ 108514 h 579502"/>
                      <a:gd name="connsiteX62" fmla="*/ 27236 w 607639"/>
                      <a:gd name="connsiteY62" fmla="*/ 108514 h 579502"/>
                      <a:gd name="connsiteX63" fmla="*/ 0 w 607639"/>
                      <a:gd name="connsiteY63" fmla="*/ 81319 h 579502"/>
                      <a:gd name="connsiteX64" fmla="*/ 0 w 607639"/>
                      <a:gd name="connsiteY64" fmla="*/ 56079 h 579502"/>
                      <a:gd name="connsiteX65" fmla="*/ 27236 w 607639"/>
                      <a:gd name="connsiteY65" fmla="*/ 28884 h 579502"/>
                      <a:gd name="connsiteX66" fmla="*/ 290157 w 607639"/>
                      <a:gd name="connsiteY66" fmla="*/ 28884 h 579502"/>
                      <a:gd name="connsiteX67" fmla="*/ 290157 w 607639"/>
                      <a:gd name="connsiteY67" fmla="*/ 13597 h 579502"/>
                      <a:gd name="connsiteX68" fmla="*/ 303775 w 607639"/>
                      <a:gd name="connsiteY68" fmla="*/ 0 h 5795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</a:cxnLst>
                    <a:rect l="l" t="t" r="r" b="b"/>
                    <a:pathLst>
                      <a:path w="607639" h="579502">
                        <a:moveTo>
                          <a:pt x="315778" y="173080"/>
                        </a:moveTo>
                        <a:lnTo>
                          <a:pt x="315778" y="266058"/>
                        </a:lnTo>
                        <a:cubicBezTo>
                          <a:pt x="315778" y="272814"/>
                          <a:pt x="310258" y="278325"/>
                          <a:pt x="303493" y="278325"/>
                        </a:cubicBezTo>
                        <a:lnTo>
                          <a:pt x="210375" y="278325"/>
                        </a:lnTo>
                        <a:cubicBezTo>
                          <a:pt x="216429" y="324281"/>
                          <a:pt x="255866" y="359925"/>
                          <a:pt x="303493" y="359925"/>
                        </a:cubicBezTo>
                        <a:cubicBezTo>
                          <a:pt x="355303" y="359925"/>
                          <a:pt x="397500" y="317792"/>
                          <a:pt x="397500" y="266058"/>
                        </a:cubicBezTo>
                        <a:cubicBezTo>
                          <a:pt x="397500" y="218502"/>
                          <a:pt x="361802" y="179124"/>
                          <a:pt x="315778" y="173080"/>
                        </a:cubicBezTo>
                        <a:close/>
                        <a:moveTo>
                          <a:pt x="249814" y="160816"/>
                        </a:moveTo>
                        <a:cubicBezTo>
                          <a:pt x="223740" y="165793"/>
                          <a:pt x="203093" y="186410"/>
                          <a:pt x="198110" y="212449"/>
                        </a:cubicBezTo>
                        <a:lnTo>
                          <a:pt x="249814" y="212449"/>
                        </a:lnTo>
                        <a:close/>
                        <a:moveTo>
                          <a:pt x="303493" y="147835"/>
                        </a:moveTo>
                        <a:cubicBezTo>
                          <a:pt x="368835" y="147835"/>
                          <a:pt x="421981" y="200902"/>
                          <a:pt x="421981" y="266058"/>
                        </a:cubicBezTo>
                        <a:cubicBezTo>
                          <a:pt x="421981" y="331303"/>
                          <a:pt x="368835" y="384370"/>
                          <a:pt x="303493" y="384370"/>
                        </a:cubicBezTo>
                        <a:cubicBezTo>
                          <a:pt x="238239" y="384370"/>
                          <a:pt x="185093" y="331303"/>
                          <a:pt x="185093" y="266058"/>
                        </a:cubicBezTo>
                        <a:cubicBezTo>
                          <a:pt x="185093" y="259303"/>
                          <a:pt x="190523" y="253880"/>
                          <a:pt x="197289" y="253880"/>
                        </a:cubicBezTo>
                        <a:lnTo>
                          <a:pt x="291297" y="253880"/>
                        </a:lnTo>
                        <a:lnTo>
                          <a:pt x="291297" y="160013"/>
                        </a:lnTo>
                        <a:cubicBezTo>
                          <a:pt x="291297" y="153257"/>
                          <a:pt x="296727" y="147835"/>
                          <a:pt x="303493" y="147835"/>
                        </a:cubicBezTo>
                        <a:close/>
                        <a:moveTo>
                          <a:pt x="262095" y="135133"/>
                        </a:moveTo>
                        <a:cubicBezTo>
                          <a:pt x="268859" y="135133"/>
                          <a:pt x="274287" y="140643"/>
                          <a:pt x="274287" y="147397"/>
                        </a:cubicBezTo>
                        <a:lnTo>
                          <a:pt x="274287" y="224713"/>
                        </a:lnTo>
                        <a:cubicBezTo>
                          <a:pt x="274287" y="231467"/>
                          <a:pt x="268859" y="236888"/>
                          <a:pt x="262095" y="236888"/>
                        </a:cubicBezTo>
                        <a:lnTo>
                          <a:pt x="184672" y="236888"/>
                        </a:lnTo>
                        <a:cubicBezTo>
                          <a:pt x="177909" y="236888"/>
                          <a:pt x="172391" y="231467"/>
                          <a:pt x="172391" y="224713"/>
                        </a:cubicBezTo>
                        <a:cubicBezTo>
                          <a:pt x="172391" y="175302"/>
                          <a:pt x="212616" y="135133"/>
                          <a:pt x="262095" y="135133"/>
                        </a:cubicBezTo>
                        <a:close/>
                        <a:moveTo>
                          <a:pt x="58120" y="108514"/>
                        </a:moveTo>
                        <a:lnTo>
                          <a:pt x="58120" y="413970"/>
                        </a:lnTo>
                        <a:lnTo>
                          <a:pt x="549430" y="413970"/>
                        </a:lnTo>
                        <a:lnTo>
                          <a:pt x="549430" y="108514"/>
                        </a:lnTo>
                        <a:close/>
                        <a:moveTo>
                          <a:pt x="27236" y="56079"/>
                        </a:moveTo>
                        <a:lnTo>
                          <a:pt x="27236" y="81319"/>
                        </a:lnTo>
                        <a:lnTo>
                          <a:pt x="580403" y="81319"/>
                        </a:lnTo>
                        <a:lnTo>
                          <a:pt x="580403" y="56079"/>
                        </a:lnTo>
                        <a:close/>
                        <a:moveTo>
                          <a:pt x="303775" y="0"/>
                        </a:moveTo>
                        <a:cubicBezTo>
                          <a:pt x="311341" y="0"/>
                          <a:pt x="317393" y="6132"/>
                          <a:pt x="317393" y="13597"/>
                        </a:cubicBezTo>
                        <a:lnTo>
                          <a:pt x="317393" y="28884"/>
                        </a:lnTo>
                        <a:lnTo>
                          <a:pt x="580403" y="28884"/>
                        </a:lnTo>
                        <a:cubicBezTo>
                          <a:pt x="595356" y="28884"/>
                          <a:pt x="607639" y="41148"/>
                          <a:pt x="607639" y="56079"/>
                        </a:cubicBezTo>
                        <a:lnTo>
                          <a:pt x="607639" y="81319"/>
                        </a:lnTo>
                        <a:cubicBezTo>
                          <a:pt x="607639" y="96338"/>
                          <a:pt x="595356" y="108514"/>
                          <a:pt x="580403" y="108514"/>
                        </a:cubicBezTo>
                        <a:lnTo>
                          <a:pt x="576665" y="108514"/>
                        </a:lnTo>
                        <a:lnTo>
                          <a:pt x="576665" y="413970"/>
                        </a:lnTo>
                        <a:cubicBezTo>
                          <a:pt x="576665" y="428990"/>
                          <a:pt x="564472" y="441165"/>
                          <a:pt x="549430" y="441165"/>
                        </a:cubicBezTo>
                        <a:lnTo>
                          <a:pt x="317393" y="441165"/>
                        </a:lnTo>
                        <a:lnTo>
                          <a:pt x="317393" y="481069"/>
                        </a:lnTo>
                        <a:lnTo>
                          <a:pt x="418236" y="554923"/>
                        </a:lnTo>
                        <a:cubicBezTo>
                          <a:pt x="424377" y="559366"/>
                          <a:pt x="425623" y="567898"/>
                          <a:pt x="421173" y="573942"/>
                        </a:cubicBezTo>
                        <a:cubicBezTo>
                          <a:pt x="418503" y="577585"/>
                          <a:pt x="414409" y="579452"/>
                          <a:pt x="410225" y="579452"/>
                        </a:cubicBezTo>
                        <a:cubicBezTo>
                          <a:pt x="407466" y="579452"/>
                          <a:pt x="404618" y="578652"/>
                          <a:pt x="402215" y="576874"/>
                        </a:cubicBezTo>
                        <a:lnTo>
                          <a:pt x="317393" y="514752"/>
                        </a:lnTo>
                        <a:lnTo>
                          <a:pt x="317393" y="565854"/>
                        </a:lnTo>
                        <a:cubicBezTo>
                          <a:pt x="317393" y="573408"/>
                          <a:pt x="311341" y="579452"/>
                          <a:pt x="303775" y="579452"/>
                        </a:cubicBezTo>
                        <a:cubicBezTo>
                          <a:pt x="296299" y="579452"/>
                          <a:pt x="290157" y="573408"/>
                          <a:pt x="290157" y="565854"/>
                        </a:cubicBezTo>
                        <a:lnTo>
                          <a:pt x="290157" y="514752"/>
                        </a:lnTo>
                        <a:lnTo>
                          <a:pt x="205424" y="576874"/>
                        </a:lnTo>
                        <a:cubicBezTo>
                          <a:pt x="199372" y="581318"/>
                          <a:pt x="190827" y="579985"/>
                          <a:pt x="186377" y="573942"/>
                        </a:cubicBezTo>
                        <a:cubicBezTo>
                          <a:pt x="181927" y="567898"/>
                          <a:pt x="183262" y="559366"/>
                          <a:pt x="189314" y="554923"/>
                        </a:cubicBezTo>
                        <a:lnTo>
                          <a:pt x="290157" y="481069"/>
                        </a:lnTo>
                        <a:lnTo>
                          <a:pt x="290157" y="441165"/>
                        </a:lnTo>
                        <a:lnTo>
                          <a:pt x="58120" y="441165"/>
                        </a:lnTo>
                        <a:cubicBezTo>
                          <a:pt x="43167" y="441165"/>
                          <a:pt x="30885" y="428990"/>
                          <a:pt x="30885" y="413970"/>
                        </a:cubicBezTo>
                        <a:lnTo>
                          <a:pt x="30885" y="108514"/>
                        </a:lnTo>
                        <a:lnTo>
                          <a:pt x="27236" y="108514"/>
                        </a:lnTo>
                        <a:cubicBezTo>
                          <a:pt x="12194" y="108514"/>
                          <a:pt x="0" y="96338"/>
                          <a:pt x="0" y="81319"/>
                        </a:cubicBezTo>
                        <a:lnTo>
                          <a:pt x="0" y="56079"/>
                        </a:lnTo>
                        <a:cubicBezTo>
                          <a:pt x="0" y="41148"/>
                          <a:pt x="12194" y="28884"/>
                          <a:pt x="27236" y="28884"/>
                        </a:cubicBezTo>
                        <a:lnTo>
                          <a:pt x="290157" y="28884"/>
                        </a:lnTo>
                        <a:lnTo>
                          <a:pt x="290157" y="13597"/>
                        </a:lnTo>
                        <a:cubicBezTo>
                          <a:pt x="290157" y="6132"/>
                          <a:pt x="296299" y="0"/>
                          <a:pt x="30377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lIns="0" tIns="0" rIns="0" bIns="0" anchor="ctr">
                    <a:normAutofit/>
                  </a:bodyPr>
                  <a:p>
                    <a:pPr algn="ctr"/>
                  </a:p>
                </p:txBody>
              </p:sp>
            </p:grpSp>
            <p:sp>
              <p:nvSpPr>
                <p:cNvPr id="30" name="任意多边形 29"/>
                <p:cNvSpPr/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3062198" y="3360631"/>
                  <a:ext cx="320610" cy="341984"/>
                </a:xfrm>
                <a:custGeom>
                  <a:avLst/>
                  <a:gdLst>
                    <a:gd name="T0" fmla="*/ 41 w 45"/>
                    <a:gd name="T1" fmla="*/ 48 h 48"/>
                    <a:gd name="T2" fmla="*/ 0 w 45"/>
                    <a:gd name="T3" fmla="*/ 44 h 48"/>
                    <a:gd name="T4" fmla="*/ 3 w 45"/>
                    <a:gd name="T5" fmla="*/ 7 h 48"/>
                    <a:gd name="T6" fmla="*/ 7 w 45"/>
                    <a:gd name="T7" fmla="*/ 4 h 48"/>
                    <a:gd name="T8" fmla="*/ 13 w 45"/>
                    <a:gd name="T9" fmla="*/ 0 h 48"/>
                    <a:gd name="T10" fmla="*/ 17 w 45"/>
                    <a:gd name="T11" fmla="*/ 7 h 48"/>
                    <a:gd name="T12" fmla="*/ 27 w 45"/>
                    <a:gd name="T13" fmla="*/ 4 h 48"/>
                    <a:gd name="T14" fmla="*/ 33 w 45"/>
                    <a:gd name="T15" fmla="*/ 0 h 48"/>
                    <a:gd name="T16" fmla="*/ 38 w 45"/>
                    <a:gd name="T17" fmla="*/ 7 h 48"/>
                    <a:gd name="T18" fmla="*/ 45 w 45"/>
                    <a:gd name="T19" fmla="*/ 10 h 48"/>
                    <a:gd name="T20" fmla="*/ 11 w 45"/>
                    <a:gd name="T21" fmla="*/ 25 h 48"/>
                    <a:gd name="T22" fmla="*/ 3 w 45"/>
                    <a:gd name="T23" fmla="*/ 17 h 48"/>
                    <a:gd name="T24" fmla="*/ 11 w 45"/>
                    <a:gd name="T25" fmla="*/ 25 h 48"/>
                    <a:gd name="T26" fmla="*/ 11 w 45"/>
                    <a:gd name="T27" fmla="*/ 26 h 48"/>
                    <a:gd name="T28" fmla="*/ 3 w 45"/>
                    <a:gd name="T29" fmla="*/ 35 h 48"/>
                    <a:gd name="T30" fmla="*/ 11 w 45"/>
                    <a:gd name="T31" fmla="*/ 44 h 48"/>
                    <a:gd name="T32" fmla="*/ 3 w 45"/>
                    <a:gd name="T33" fmla="*/ 37 h 48"/>
                    <a:gd name="T34" fmla="*/ 11 w 45"/>
                    <a:gd name="T35" fmla="*/ 44 h 48"/>
                    <a:gd name="T36" fmla="*/ 13 w 45"/>
                    <a:gd name="T37" fmla="*/ 3 h 48"/>
                    <a:gd name="T38" fmla="*/ 10 w 45"/>
                    <a:gd name="T39" fmla="*/ 4 h 48"/>
                    <a:gd name="T40" fmla="*/ 11 w 45"/>
                    <a:gd name="T41" fmla="*/ 13 h 48"/>
                    <a:gd name="T42" fmla="*/ 14 w 45"/>
                    <a:gd name="T43" fmla="*/ 12 h 48"/>
                    <a:gd name="T44" fmla="*/ 21 w 45"/>
                    <a:gd name="T45" fmla="*/ 25 h 48"/>
                    <a:gd name="T46" fmla="*/ 13 w 45"/>
                    <a:gd name="T47" fmla="*/ 17 h 48"/>
                    <a:gd name="T48" fmla="*/ 21 w 45"/>
                    <a:gd name="T49" fmla="*/ 25 h 48"/>
                    <a:gd name="T50" fmla="*/ 21 w 45"/>
                    <a:gd name="T51" fmla="*/ 26 h 48"/>
                    <a:gd name="T52" fmla="*/ 13 w 45"/>
                    <a:gd name="T53" fmla="*/ 35 h 48"/>
                    <a:gd name="T54" fmla="*/ 21 w 45"/>
                    <a:gd name="T55" fmla="*/ 44 h 48"/>
                    <a:gd name="T56" fmla="*/ 13 w 45"/>
                    <a:gd name="T57" fmla="*/ 37 h 48"/>
                    <a:gd name="T58" fmla="*/ 21 w 45"/>
                    <a:gd name="T59" fmla="*/ 44 h 48"/>
                    <a:gd name="T60" fmla="*/ 32 w 45"/>
                    <a:gd name="T61" fmla="*/ 17 h 48"/>
                    <a:gd name="T62" fmla="*/ 23 w 45"/>
                    <a:gd name="T63" fmla="*/ 25 h 48"/>
                    <a:gd name="T64" fmla="*/ 32 w 45"/>
                    <a:gd name="T65" fmla="*/ 35 h 48"/>
                    <a:gd name="T66" fmla="*/ 23 w 45"/>
                    <a:gd name="T67" fmla="*/ 26 h 48"/>
                    <a:gd name="T68" fmla="*/ 32 w 45"/>
                    <a:gd name="T69" fmla="*/ 35 h 48"/>
                    <a:gd name="T70" fmla="*/ 32 w 45"/>
                    <a:gd name="T71" fmla="*/ 37 h 48"/>
                    <a:gd name="T72" fmla="*/ 23 w 45"/>
                    <a:gd name="T73" fmla="*/ 44 h 48"/>
                    <a:gd name="T74" fmla="*/ 34 w 45"/>
                    <a:gd name="T75" fmla="*/ 4 h 48"/>
                    <a:gd name="T76" fmla="*/ 32 w 45"/>
                    <a:gd name="T77" fmla="*/ 3 h 48"/>
                    <a:gd name="T78" fmla="*/ 31 w 45"/>
                    <a:gd name="T79" fmla="*/ 12 h 48"/>
                    <a:gd name="T80" fmla="*/ 33 w 45"/>
                    <a:gd name="T81" fmla="*/ 13 h 48"/>
                    <a:gd name="T82" fmla="*/ 34 w 45"/>
                    <a:gd name="T83" fmla="*/ 4 h 48"/>
                    <a:gd name="T84" fmla="*/ 41 w 45"/>
                    <a:gd name="T85" fmla="*/ 17 h 48"/>
                    <a:gd name="T86" fmla="*/ 33 w 45"/>
                    <a:gd name="T87" fmla="*/ 25 h 48"/>
                    <a:gd name="T88" fmla="*/ 41 w 45"/>
                    <a:gd name="T89" fmla="*/ 35 h 48"/>
                    <a:gd name="T90" fmla="*/ 33 w 45"/>
                    <a:gd name="T91" fmla="*/ 26 h 48"/>
                    <a:gd name="T92" fmla="*/ 41 w 45"/>
                    <a:gd name="T93" fmla="*/ 35 h 48"/>
                    <a:gd name="T94" fmla="*/ 41 w 45"/>
                    <a:gd name="T95" fmla="*/ 37 h 48"/>
                    <a:gd name="T96" fmla="*/ 33 w 45"/>
                    <a:gd name="T97" fmla="*/ 4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5" h="48">
                      <a:moveTo>
                        <a:pt x="45" y="44"/>
                      </a:moveTo>
                      <a:cubicBezTo>
                        <a:pt x="45" y="46"/>
                        <a:pt x="43" y="48"/>
                        <a:pt x="41" y="48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1" y="48"/>
                        <a:pt x="0" y="46"/>
                        <a:pt x="0" y="44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8"/>
                        <a:pt x="1" y="7"/>
                        <a:pt x="3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2"/>
                        <a:pt x="9" y="0"/>
                        <a:pt x="11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5" y="0"/>
                        <a:pt x="17" y="2"/>
                        <a:pt x="17" y="4"/>
                      </a:cubicBezTo>
                      <a:cubicBezTo>
                        <a:pt x="17" y="7"/>
                        <a:pt x="17" y="7"/>
                        <a:pt x="17" y="7"/>
                      </a:cubicBezTo>
                      <a:cubicBezTo>
                        <a:pt x="27" y="7"/>
                        <a:pt x="27" y="7"/>
                        <a:pt x="27" y="7"/>
                      </a:cubicBezTo>
                      <a:cubicBezTo>
                        <a:pt x="27" y="4"/>
                        <a:pt x="27" y="4"/>
                        <a:pt x="27" y="4"/>
                      </a:cubicBezTo>
                      <a:cubicBezTo>
                        <a:pt x="27" y="2"/>
                        <a:pt x="29" y="0"/>
                        <a:pt x="32" y="0"/>
                      </a:cubicBezTo>
                      <a:cubicBezTo>
                        <a:pt x="33" y="0"/>
                        <a:pt x="33" y="0"/>
                        <a:pt x="33" y="0"/>
                      </a:cubicBezTo>
                      <a:cubicBezTo>
                        <a:pt x="36" y="0"/>
                        <a:pt x="38" y="2"/>
                        <a:pt x="38" y="4"/>
                      </a:cubicBezTo>
                      <a:cubicBezTo>
                        <a:pt x="38" y="7"/>
                        <a:pt x="38" y="7"/>
                        <a:pt x="38" y="7"/>
                      </a:cubicBezTo>
                      <a:cubicBezTo>
                        <a:pt x="41" y="7"/>
                        <a:pt x="41" y="7"/>
                        <a:pt x="41" y="7"/>
                      </a:cubicBezTo>
                      <a:cubicBezTo>
                        <a:pt x="43" y="7"/>
                        <a:pt x="45" y="8"/>
                        <a:pt x="45" y="10"/>
                      </a:cubicBezTo>
                      <a:lnTo>
                        <a:pt x="45" y="44"/>
                      </a:lnTo>
                      <a:close/>
                      <a:moveTo>
                        <a:pt x="11" y="25"/>
                      </a:moveTo>
                      <a:cubicBezTo>
                        <a:pt x="11" y="17"/>
                        <a:pt x="11" y="17"/>
                        <a:pt x="11" y="17"/>
                      </a:cubicBezTo>
                      <a:cubicBezTo>
                        <a:pt x="3" y="17"/>
                        <a:pt x="3" y="17"/>
                        <a:pt x="3" y="17"/>
                      </a:cubicBezTo>
                      <a:cubicBezTo>
                        <a:pt x="3" y="25"/>
                        <a:pt x="3" y="25"/>
                        <a:pt x="3" y="25"/>
                      </a:cubicBezTo>
                      <a:lnTo>
                        <a:pt x="11" y="25"/>
                      </a:lnTo>
                      <a:close/>
                      <a:moveTo>
                        <a:pt x="11" y="35"/>
                      </a:moveTo>
                      <a:cubicBezTo>
                        <a:pt x="11" y="26"/>
                        <a:pt x="11" y="26"/>
                        <a:pt x="11" y="26"/>
                      </a:cubicBezTo>
                      <a:cubicBezTo>
                        <a:pt x="3" y="26"/>
                        <a:pt x="3" y="26"/>
                        <a:pt x="3" y="26"/>
                      </a:cubicBezTo>
                      <a:cubicBezTo>
                        <a:pt x="3" y="35"/>
                        <a:pt x="3" y="35"/>
                        <a:pt x="3" y="35"/>
                      </a:cubicBezTo>
                      <a:lnTo>
                        <a:pt x="11" y="35"/>
                      </a:lnTo>
                      <a:close/>
                      <a:moveTo>
                        <a:pt x="11" y="44"/>
                      </a:moveTo>
                      <a:cubicBezTo>
                        <a:pt x="11" y="37"/>
                        <a:pt x="11" y="37"/>
                        <a:pt x="11" y="37"/>
                      </a:cubicBezTo>
                      <a:cubicBezTo>
                        <a:pt x="3" y="37"/>
                        <a:pt x="3" y="37"/>
                        <a:pt x="3" y="37"/>
                      </a:cubicBezTo>
                      <a:cubicBezTo>
                        <a:pt x="3" y="44"/>
                        <a:pt x="3" y="44"/>
                        <a:pt x="3" y="44"/>
                      </a:cubicBezTo>
                      <a:lnTo>
                        <a:pt x="11" y="44"/>
                      </a:lnTo>
                      <a:close/>
                      <a:moveTo>
                        <a:pt x="14" y="4"/>
                      </a:moveTo>
                      <a:cubicBezTo>
                        <a:pt x="14" y="4"/>
                        <a:pt x="13" y="3"/>
                        <a:pt x="13" y="3"/>
                      </a:cubicBezTo>
                      <a:cubicBezTo>
                        <a:pt x="11" y="3"/>
                        <a:pt x="11" y="3"/>
                        <a:pt x="11" y="3"/>
                      </a:cubicBezTo>
                      <a:cubicBezTo>
                        <a:pt x="11" y="3"/>
                        <a:pt x="10" y="4"/>
                        <a:pt x="10" y="4"/>
                      </a:cubicBezTo>
                      <a:cubicBezTo>
                        <a:pt x="10" y="12"/>
                        <a:pt x="10" y="12"/>
                        <a:pt x="10" y="12"/>
                      </a:cubicBezTo>
                      <a:cubicBezTo>
                        <a:pt x="10" y="12"/>
                        <a:pt x="11" y="13"/>
                        <a:pt x="11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4" y="12"/>
                        <a:pt x="14" y="12"/>
                      </a:cubicBezTo>
                      <a:lnTo>
                        <a:pt x="14" y="4"/>
                      </a:lnTo>
                      <a:close/>
                      <a:moveTo>
                        <a:pt x="21" y="25"/>
                      </a:moveTo>
                      <a:cubicBezTo>
                        <a:pt x="21" y="17"/>
                        <a:pt x="21" y="17"/>
                        <a:pt x="21" y="17"/>
                      </a:cubicBezTo>
                      <a:cubicBezTo>
                        <a:pt x="13" y="17"/>
                        <a:pt x="13" y="17"/>
                        <a:pt x="13" y="17"/>
                      </a:cubicBezTo>
                      <a:cubicBezTo>
                        <a:pt x="13" y="25"/>
                        <a:pt x="13" y="25"/>
                        <a:pt x="13" y="25"/>
                      </a:cubicBezTo>
                      <a:lnTo>
                        <a:pt x="21" y="25"/>
                      </a:lnTo>
                      <a:close/>
                      <a:moveTo>
                        <a:pt x="21" y="35"/>
                      </a:moveTo>
                      <a:cubicBezTo>
                        <a:pt x="21" y="26"/>
                        <a:pt x="21" y="26"/>
                        <a:pt x="21" y="26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3" y="35"/>
                        <a:pt x="13" y="35"/>
                        <a:pt x="13" y="35"/>
                      </a:cubicBezTo>
                      <a:lnTo>
                        <a:pt x="21" y="35"/>
                      </a:lnTo>
                      <a:close/>
                      <a:moveTo>
                        <a:pt x="21" y="44"/>
                      </a:moveTo>
                      <a:cubicBezTo>
                        <a:pt x="21" y="37"/>
                        <a:pt x="21" y="37"/>
                        <a:pt x="21" y="37"/>
                      </a:cubicBezTo>
                      <a:cubicBezTo>
                        <a:pt x="13" y="37"/>
                        <a:pt x="13" y="37"/>
                        <a:pt x="13" y="37"/>
                      </a:cubicBezTo>
                      <a:cubicBezTo>
                        <a:pt x="13" y="44"/>
                        <a:pt x="13" y="44"/>
                        <a:pt x="13" y="44"/>
                      </a:cubicBezTo>
                      <a:lnTo>
                        <a:pt x="21" y="44"/>
                      </a:lnTo>
                      <a:close/>
                      <a:moveTo>
                        <a:pt x="32" y="25"/>
                      </a:moveTo>
                      <a:cubicBezTo>
                        <a:pt x="32" y="17"/>
                        <a:pt x="32" y="17"/>
                        <a:pt x="3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3" y="25"/>
                        <a:pt x="23" y="25"/>
                        <a:pt x="23" y="25"/>
                      </a:cubicBezTo>
                      <a:lnTo>
                        <a:pt x="32" y="25"/>
                      </a:lnTo>
                      <a:close/>
                      <a:moveTo>
                        <a:pt x="32" y="35"/>
                      </a:moveTo>
                      <a:cubicBezTo>
                        <a:pt x="32" y="26"/>
                        <a:pt x="32" y="26"/>
                        <a:pt x="32" y="26"/>
                      </a:cubicBezTo>
                      <a:cubicBezTo>
                        <a:pt x="23" y="26"/>
                        <a:pt x="23" y="26"/>
                        <a:pt x="23" y="26"/>
                      </a:cubicBezTo>
                      <a:cubicBezTo>
                        <a:pt x="23" y="35"/>
                        <a:pt x="23" y="35"/>
                        <a:pt x="23" y="35"/>
                      </a:cubicBezTo>
                      <a:lnTo>
                        <a:pt x="32" y="35"/>
                      </a:lnTo>
                      <a:close/>
                      <a:moveTo>
                        <a:pt x="32" y="44"/>
                      </a:moveTo>
                      <a:cubicBezTo>
                        <a:pt x="32" y="37"/>
                        <a:pt x="32" y="37"/>
                        <a:pt x="32" y="37"/>
                      </a:cubicBezTo>
                      <a:cubicBezTo>
                        <a:pt x="23" y="37"/>
                        <a:pt x="23" y="37"/>
                        <a:pt x="23" y="37"/>
                      </a:cubicBezTo>
                      <a:cubicBezTo>
                        <a:pt x="23" y="44"/>
                        <a:pt x="23" y="44"/>
                        <a:pt x="23" y="44"/>
                      </a:cubicBezTo>
                      <a:lnTo>
                        <a:pt x="32" y="44"/>
                      </a:lnTo>
                      <a:close/>
                      <a:moveTo>
                        <a:pt x="34" y="4"/>
                      </a:moveTo>
                      <a:cubicBezTo>
                        <a:pt x="34" y="4"/>
                        <a:pt x="34" y="3"/>
                        <a:pt x="33" y="3"/>
                      </a:cubicBezTo>
                      <a:cubicBezTo>
                        <a:pt x="32" y="3"/>
                        <a:pt x="32" y="3"/>
                        <a:pt x="32" y="3"/>
                      </a:cubicBezTo>
                      <a:cubicBezTo>
                        <a:pt x="31" y="3"/>
                        <a:pt x="31" y="4"/>
                        <a:pt x="31" y="4"/>
                      </a:cubicBezTo>
                      <a:cubicBezTo>
                        <a:pt x="31" y="12"/>
                        <a:pt x="31" y="12"/>
                        <a:pt x="31" y="12"/>
                      </a:cubicBezTo>
                      <a:cubicBezTo>
                        <a:pt x="31" y="12"/>
                        <a:pt x="31" y="13"/>
                        <a:pt x="32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4" y="13"/>
                        <a:pt x="34" y="12"/>
                        <a:pt x="34" y="12"/>
                      </a:cubicBezTo>
                      <a:lnTo>
                        <a:pt x="34" y="4"/>
                      </a:lnTo>
                      <a:close/>
                      <a:moveTo>
                        <a:pt x="41" y="25"/>
                      </a:moveTo>
                      <a:cubicBezTo>
                        <a:pt x="41" y="17"/>
                        <a:pt x="41" y="17"/>
                        <a:pt x="41" y="17"/>
                      </a:cubicBezTo>
                      <a:cubicBezTo>
                        <a:pt x="33" y="17"/>
                        <a:pt x="33" y="17"/>
                        <a:pt x="33" y="17"/>
                      </a:cubicBezTo>
                      <a:cubicBezTo>
                        <a:pt x="33" y="25"/>
                        <a:pt x="33" y="25"/>
                        <a:pt x="33" y="25"/>
                      </a:cubicBezTo>
                      <a:lnTo>
                        <a:pt x="41" y="25"/>
                      </a:lnTo>
                      <a:close/>
                      <a:moveTo>
                        <a:pt x="41" y="35"/>
                      </a:moveTo>
                      <a:cubicBezTo>
                        <a:pt x="41" y="26"/>
                        <a:pt x="41" y="26"/>
                        <a:pt x="41" y="26"/>
                      </a:cubicBezTo>
                      <a:cubicBezTo>
                        <a:pt x="33" y="26"/>
                        <a:pt x="33" y="26"/>
                        <a:pt x="33" y="26"/>
                      </a:cubicBezTo>
                      <a:cubicBezTo>
                        <a:pt x="33" y="35"/>
                        <a:pt x="33" y="35"/>
                        <a:pt x="33" y="35"/>
                      </a:cubicBezTo>
                      <a:lnTo>
                        <a:pt x="41" y="35"/>
                      </a:lnTo>
                      <a:close/>
                      <a:moveTo>
                        <a:pt x="41" y="44"/>
                      </a:moveTo>
                      <a:cubicBezTo>
                        <a:pt x="41" y="37"/>
                        <a:pt x="41" y="37"/>
                        <a:pt x="41" y="37"/>
                      </a:cubicBezTo>
                      <a:cubicBezTo>
                        <a:pt x="33" y="37"/>
                        <a:pt x="33" y="37"/>
                        <a:pt x="33" y="37"/>
                      </a:cubicBezTo>
                      <a:cubicBezTo>
                        <a:pt x="33" y="44"/>
                        <a:pt x="33" y="44"/>
                        <a:pt x="33" y="44"/>
                      </a:cubicBezTo>
                      <a:lnTo>
                        <a:pt x="41" y="44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lIns="0" tIns="0" rIns="0" bIns="0" anchor="ctr">
                  <a:normAutofit/>
                </a:bodyPr>
                <a:p>
                  <a:pPr algn="ctr"/>
                </a:p>
              </p:txBody>
            </p:sp>
            <p:grpSp>
              <p:nvGrpSpPr>
                <p:cNvPr id="41" name="组合 40"/>
                <p:cNvGrpSpPr/>
                <p:nvPr/>
              </p:nvGrpSpPr>
              <p:grpSpPr>
                <a:xfrm rot="0">
                  <a:off x="4302929" y="4134162"/>
                  <a:ext cx="804672" cy="804672"/>
                  <a:chOff x="4256914" y="4134162"/>
                  <a:chExt cx="804672" cy="804672"/>
                </a:xfrm>
              </p:grpSpPr>
              <p:sp>
                <p:nvSpPr>
                  <p:cNvPr id="32" name="椭圆 31"/>
                  <p:cNvSpPr/>
                  <p:nvPr>
                    <p:custDataLst>
                      <p:tags r:id="rId12"/>
                    </p:custDataLst>
                  </p:nvPr>
                </p:nvSpPr>
                <p:spPr bwMode="auto">
                  <a:xfrm>
                    <a:off x="4256914" y="4134162"/>
                    <a:ext cx="804672" cy="8046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noFill/>
                    <a:round/>
                  </a:ln>
                </p:spPr>
                <p:txBody>
                  <a:bodyPr lIns="0" tIns="0" rIns="0" bIns="0" anchor="ctr">
                    <a:normAutofit/>
                  </a:bodyPr>
                  <a:p>
                    <a:pPr algn="ctr"/>
                  </a:p>
                </p:txBody>
              </p:sp>
              <p:sp>
                <p:nvSpPr>
                  <p:cNvPr id="33" name="任意多边形 32"/>
                  <p:cNvSpPr/>
                  <p:nvPr>
                    <p:custDataLst>
                      <p:tags r:id="rId13"/>
                    </p:custDataLst>
                  </p:nvPr>
                </p:nvSpPr>
                <p:spPr bwMode="auto">
                  <a:xfrm>
                    <a:off x="4496444" y="4362780"/>
                    <a:ext cx="325614" cy="369182"/>
                  </a:xfrm>
                  <a:custGeom>
                    <a:avLst/>
                    <a:gdLst>
                      <a:gd name="T0" fmla="*/ 2125 w 2288"/>
                      <a:gd name="T1" fmla="*/ 924 h 2598"/>
                      <a:gd name="T2" fmla="*/ 1863 w 2288"/>
                      <a:gd name="T3" fmla="*/ 1258 h 2598"/>
                      <a:gd name="T4" fmla="*/ 1848 w 2288"/>
                      <a:gd name="T5" fmla="*/ 1586 h 2598"/>
                      <a:gd name="T6" fmla="*/ 1899 w 2288"/>
                      <a:gd name="T7" fmla="*/ 1716 h 2598"/>
                      <a:gd name="T8" fmla="*/ 1211 w 2288"/>
                      <a:gd name="T9" fmla="*/ 2079 h 2598"/>
                      <a:gd name="T10" fmla="*/ 1176 w 2288"/>
                      <a:gd name="T11" fmla="*/ 2038 h 2598"/>
                      <a:gd name="T12" fmla="*/ 1200 w 2288"/>
                      <a:gd name="T13" fmla="*/ 965 h 2598"/>
                      <a:gd name="T14" fmla="*/ 1409 w 2288"/>
                      <a:gd name="T15" fmla="*/ 1012 h 2598"/>
                      <a:gd name="T16" fmla="*/ 1522 w 2288"/>
                      <a:gd name="T17" fmla="*/ 978 h 2598"/>
                      <a:gd name="T18" fmla="*/ 1526 w 2288"/>
                      <a:gd name="T19" fmla="*/ 847 h 2598"/>
                      <a:gd name="T20" fmla="*/ 1387 w 2288"/>
                      <a:gd name="T21" fmla="*/ 828 h 2598"/>
                      <a:gd name="T22" fmla="*/ 1193 w 2288"/>
                      <a:gd name="T23" fmla="*/ 584 h 2598"/>
                      <a:gd name="T24" fmla="*/ 1375 w 2288"/>
                      <a:gd name="T25" fmla="*/ 124 h 2598"/>
                      <a:gd name="T26" fmla="*/ 1109 w 2288"/>
                      <a:gd name="T27" fmla="*/ 37 h 2598"/>
                      <a:gd name="T28" fmla="*/ 1013 w 2288"/>
                      <a:gd name="T29" fmla="*/ 570 h 2598"/>
                      <a:gd name="T30" fmla="*/ 1056 w 2288"/>
                      <a:gd name="T31" fmla="*/ 808 h 2598"/>
                      <a:gd name="T32" fmla="*/ 891 w 2288"/>
                      <a:gd name="T33" fmla="*/ 784 h 2598"/>
                      <a:gd name="T34" fmla="*/ 748 w 2288"/>
                      <a:gd name="T35" fmla="*/ 921 h 2598"/>
                      <a:gd name="T36" fmla="*/ 899 w 2288"/>
                      <a:gd name="T37" fmla="*/ 946 h 2598"/>
                      <a:gd name="T38" fmla="*/ 1024 w 2288"/>
                      <a:gd name="T39" fmla="*/ 1479 h 2598"/>
                      <a:gd name="T40" fmla="*/ 1022 w 2288"/>
                      <a:gd name="T41" fmla="*/ 2081 h 2598"/>
                      <a:gd name="T42" fmla="*/ 434 w 2288"/>
                      <a:gd name="T43" fmla="*/ 1569 h 2598"/>
                      <a:gd name="T44" fmla="*/ 395 w 2288"/>
                      <a:gd name="T45" fmla="*/ 1470 h 2598"/>
                      <a:gd name="T46" fmla="*/ 88 w 2288"/>
                      <a:gd name="T47" fmla="*/ 1148 h 2598"/>
                      <a:gd name="T48" fmla="*/ 101 w 2288"/>
                      <a:gd name="T49" fmla="*/ 1658 h 2598"/>
                      <a:gd name="T50" fmla="*/ 906 w 2288"/>
                      <a:gd name="T51" fmla="*/ 2228 h 2598"/>
                      <a:gd name="T52" fmla="*/ 1177 w 2288"/>
                      <a:gd name="T53" fmla="*/ 2500 h 2598"/>
                      <a:gd name="T54" fmla="*/ 1223 w 2288"/>
                      <a:gd name="T55" fmla="*/ 2405 h 2598"/>
                      <a:gd name="T56" fmla="*/ 1273 w 2288"/>
                      <a:gd name="T57" fmla="*/ 2328 h 2598"/>
                      <a:gd name="T58" fmla="*/ 1280 w 2288"/>
                      <a:gd name="T59" fmla="*/ 2234 h 2598"/>
                      <a:gd name="T60" fmla="*/ 2094 w 2288"/>
                      <a:gd name="T61" fmla="*/ 1624 h 2598"/>
                      <a:gd name="T62" fmla="*/ 2274 w 2288"/>
                      <a:gd name="T63" fmla="*/ 1517 h 2598"/>
                      <a:gd name="T64" fmla="*/ 1065 w 2288"/>
                      <a:gd name="T65" fmla="*/ 420 h 2598"/>
                      <a:gd name="T66" fmla="*/ 1131 w 2288"/>
                      <a:gd name="T67" fmla="*/ 148 h 2598"/>
                      <a:gd name="T68" fmla="*/ 1165 w 2288"/>
                      <a:gd name="T69" fmla="*/ 430 h 2598"/>
                      <a:gd name="T70" fmla="*/ 1065 w 2288"/>
                      <a:gd name="T71" fmla="*/ 420 h 2598"/>
                      <a:gd name="T72" fmla="*/ 1040 w 2288"/>
                      <a:gd name="T73" fmla="*/ 2287 h 2598"/>
                      <a:gd name="T74" fmla="*/ 1032 w 2288"/>
                      <a:gd name="T75" fmla="*/ 2241 h 25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2288" h="2598">
                        <a:moveTo>
                          <a:pt x="2281" y="1465"/>
                        </a:moveTo>
                        <a:cubicBezTo>
                          <a:pt x="2220" y="1286"/>
                          <a:pt x="2159" y="1111"/>
                          <a:pt x="2125" y="924"/>
                        </a:cubicBezTo>
                        <a:cubicBezTo>
                          <a:pt x="2112" y="850"/>
                          <a:pt x="2015" y="868"/>
                          <a:pt x="1992" y="924"/>
                        </a:cubicBezTo>
                        <a:cubicBezTo>
                          <a:pt x="1948" y="1035"/>
                          <a:pt x="1904" y="1146"/>
                          <a:pt x="1863" y="1258"/>
                        </a:cubicBezTo>
                        <a:cubicBezTo>
                          <a:pt x="1840" y="1319"/>
                          <a:pt x="1790" y="1411"/>
                          <a:pt x="1809" y="1480"/>
                        </a:cubicBezTo>
                        <a:cubicBezTo>
                          <a:pt x="1783" y="1516"/>
                          <a:pt x="1783" y="1565"/>
                          <a:pt x="1848" y="1586"/>
                        </a:cubicBezTo>
                        <a:cubicBezTo>
                          <a:pt x="1878" y="1596"/>
                          <a:pt x="1908" y="1602"/>
                          <a:pt x="1938" y="1607"/>
                        </a:cubicBezTo>
                        <a:cubicBezTo>
                          <a:pt x="1927" y="1644"/>
                          <a:pt x="1916" y="1681"/>
                          <a:pt x="1899" y="1716"/>
                        </a:cubicBezTo>
                        <a:cubicBezTo>
                          <a:pt x="1861" y="1789"/>
                          <a:pt x="1799" y="1850"/>
                          <a:pt x="1734" y="1899"/>
                        </a:cubicBezTo>
                        <a:cubicBezTo>
                          <a:pt x="1586" y="2012"/>
                          <a:pt x="1393" y="2062"/>
                          <a:pt x="1211" y="2079"/>
                        </a:cubicBezTo>
                        <a:cubicBezTo>
                          <a:pt x="1201" y="2080"/>
                          <a:pt x="1190" y="2080"/>
                          <a:pt x="1180" y="2081"/>
                        </a:cubicBezTo>
                        <a:cubicBezTo>
                          <a:pt x="1178" y="2066"/>
                          <a:pt x="1177" y="2052"/>
                          <a:pt x="1176" y="2038"/>
                        </a:cubicBezTo>
                        <a:cubicBezTo>
                          <a:pt x="1167" y="1852"/>
                          <a:pt x="1173" y="1665"/>
                          <a:pt x="1178" y="1479"/>
                        </a:cubicBezTo>
                        <a:cubicBezTo>
                          <a:pt x="1183" y="1309"/>
                          <a:pt x="1195" y="1137"/>
                          <a:pt x="1200" y="965"/>
                        </a:cubicBezTo>
                        <a:cubicBezTo>
                          <a:pt x="1262" y="972"/>
                          <a:pt x="1326" y="981"/>
                          <a:pt x="1388" y="979"/>
                        </a:cubicBezTo>
                        <a:cubicBezTo>
                          <a:pt x="1391" y="992"/>
                          <a:pt x="1399" y="1003"/>
                          <a:pt x="1409" y="1012"/>
                        </a:cubicBezTo>
                        <a:cubicBezTo>
                          <a:pt x="1434" y="1041"/>
                          <a:pt x="1476" y="1041"/>
                          <a:pt x="1501" y="1012"/>
                        </a:cubicBezTo>
                        <a:cubicBezTo>
                          <a:pt x="1511" y="1003"/>
                          <a:pt x="1519" y="991"/>
                          <a:pt x="1522" y="978"/>
                        </a:cubicBezTo>
                        <a:cubicBezTo>
                          <a:pt x="1528" y="956"/>
                          <a:pt x="1526" y="931"/>
                          <a:pt x="1526" y="908"/>
                        </a:cubicBezTo>
                        <a:lnTo>
                          <a:pt x="1526" y="847"/>
                        </a:lnTo>
                        <a:cubicBezTo>
                          <a:pt x="1526" y="809"/>
                          <a:pt x="1493" y="776"/>
                          <a:pt x="1455" y="776"/>
                        </a:cubicBezTo>
                        <a:cubicBezTo>
                          <a:pt x="1423" y="776"/>
                          <a:pt x="1395" y="799"/>
                          <a:pt x="1387" y="828"/>
                        </a:cubicBezTo>
                        <a:cubicBezTo>
                          <a:pt x="1327" y="813"/>
                          <a:pt x="1264" y="812"/>
                          <a:pt x="1202" y="810"/>
                        </a:cubicBezTo>
                        <a:cubicBezTo>
                          <a:pt x="1202" y="735"/>
                          <a:pt x="1199" y="659"/>
                          <a:pt x="1193" y="584"/>
                        </a:cubicBezTo>
                        <a:cubicBezTo>
                          <a:pt x="1297" y="558"/>
                          <a:pt x="1391" y="480"/>
                          <a:pt x="1431" y="385"/>
                        </a:cubicBezTo>
                        <a:cubicBezTo>
                          <a:pt x="1470" y="292"/>
                          <a:pt x="1441" y="197"/>
                          <a:pt x="1375" y="124"/>
                        </a:cubicBezTo>
                        <a:cubicBezTo>
                          <a:pt x="1315" y="57"/>
                          <a:pt x="1196" y="0"/>
                          <a:pt x="1109" y="37"/>
                        </a:cubicBezTo>
                        <a:cubicBezTo>
                          <a:pt x="1109" y="37"/>
                          <a:pt x="1109" y="37"/>
                          <a:pt x="1109" y="37"/>
                        </a:cubicBezTo>
                        <a:cubicBezTo>
                          <a:pt x="988" y="48"/>
                          <a:pt x="885" y="127"/>
                          <a:pt x="860" y="255"/>
                        </a:cubicBezTo>
                        <a:cubicBezTo>
                          <a:pt x="837" y="376"/>
                          <a:pt x="900" y="516"/>
                          <a:pt x="1013" y="570"/>
                        </a:cubicBezTo>
                        <a:cubicBezTo>
                          <a:pt x="1033" y="580"/>
                          <a:pt x="1055" y="586"/>
                          <a:pt x="1077" y="590"/>
                        </a:cubicBezTo>
                        <a:cubicBezTo>
                          <a:pt x="1068" y="662"/>
                          <a:pt x="1062" y="735"/>
                          <a:pt x="1056" y="808"/>
                        </a:cubicBezTo>
                        <a:cubicBezTo>
                          <a:pt x="1001" y="808"/>
                          <a:pt x="947" y="810"/>
                          <a:pt x="892" y="813"/>
                        </a:cubicBezTo>
                        <a:cubicBezTo>
                          <a:pt x="892" y="803"/>
                          <a:pt x="891" y="793"/>
                          <a:pt x="891" y="784"/>
                        </a:cubicBezTo>
                        <a:cubicBezTo>
                          <a:pt x="896" y="691"/>
                          <a:pt x="748" y="690"/>
                          <a:pt x="747" y="784"/>
                        </a:cubicBezTo>
                        <a:cubicBezTo>
                          <a:pt x="747" y="829"/>
                          <a:pt x="742" y="876"/>
                          <a:pt x="748" y="921"/>
                        </a:cubicBezTo>
                        <a:cubicBezTo>
                          <a:pt x="756" y="983"/>
                          <a:pt x="811" y="1002"/>
                          <a:pt x="851" y="981"/>
                        </a:cubicBezTo>
                        <a:cubicBezTo>
                          <a:pt x="872" y="980"/>
                          <a:pt x="891" y="967"/>
                          <a:pt x="899" y="946"/>
                        </a:cubicBezTo>
                        <a:cubicBezTo>
                          <a:pt x="948" y="949"/>
                          <a:pt x="998" y="951"/>
                          <a:pt x="1047" y="954"/>
                        </a:cubicBezTo>
                        <a:cubicBezTo>
                          <a:pt x="1037" y="1129"/>
                          <a:pt x="1031" y="1305"/>
                          <a:pt x="1024" y="1479"/>
                        </a:cubicBezTo>
                        <a:cubicBezTo>
                          <a:pt x="1017" y="1665"/>
                          <a:pt x="1014" y="1851"/>
                          <a:pt x="1021" y="2038"/>
                        </a:cubicBezTo>
                        <a:cubicBezTo>
                          <a:pt x="1022" y="2051"/>
                          <a:pt x="1022" y="2066"/>
                          <a:pt x="1022" y="2081"/>
                        </a:cubicBezTo>
                        <a:cubicBezTo>
                          <a:pt x="722" y="2061"/>
                          <a:pt x="421" y="1927"/>
                          <a:pt x="289" y="1649"/>
                        </a:cubicBezTo>
                        <a:cubicBezTo>
                          <a:pt x="342" y="1639"/>
                          <a:pt x="422" y="1633"/>
                          <a:pt x="434" y="1569"/>
                        </a:cubicBezTo>
                        <a:cubicBezTo>
                          <a:pt x="439" y="1539"/>
                          <a:pt x="429" y="1506"/>
                          <a:pt x="402" y="1492"/>
                        </a:cubicBezTo>
                        <a:cubicBezTo>
                          <a:pt x="401" y="1485"/>
                          <a:pt x="399" y="1478"/>
                          <a:pt x="395" y="1470"/>
                        </a:cubicBezTo>
                        <a:cubicBezTo>
                          <a:pt x="338" y="1362"/>
                          <a:pt x="258" y="1263"/>
                          <a:pt x="215" y="1148"/>
                        </a:cubicBezTo>
                        <a:cubicBezTo>
                          <a:pt x="192" y="1085"/>
                          <a:pt x="111" y="1085"/>
                          <a:pt x="88" y="1148"/>
                        </a:cubicBezTo>
                        <a:cubicBezTo>
                          <a:pt x="29" y="1306"/>
                          <a:pt x="0" y="1457"/>
                          <a:pt x="39" y="1624"/>
                        </a:cubicBezTo>
                        <a:cubicBezTo>
                          <a:pt x="45" y="1653"/>
                          <a:pt x="75" y="1663"/>
                          <a:pt x="101" y="1658"/>
                        </a:cubicBezTo>
                        <a:cubicBezTo>
                          <a:pt x="125" y="1661"/>
                          <a:pt x="149" y="1661"/>
                          <a:pt x="172" y="1661"/>
                        </a:cubicBezTo>
                        <a:cubicBezTo>
                          <a:pt x="253" y="2008"/>
                          <a:pt x="572" y="2179"/>
                          <a:pt x="906" y="2228"/>
                        </a:cubicBezTo>
                        <a:cubicBezTo>
                          <a:pt x="931" y="2337"/>
                          <a:pt x="982" y="2443"/>
                          <a:pt x="1043" y="2536"/>
                        </a:cubicBezTo>
                        <a:cubicBezTo>
                          <a:pt x="1083" y="2598"/>
                          <a:pt x="1172" y="2572"/>
                          <a:pt x="1177" y="2500"/>
                        </a:cubicBezTo>
                        <a:cubicBezTo>
                          <a:pt x="1177" y="2509"/>
                          <a:pt x="1185" y="2477"/>
                          <a:pt x="1189" y="2468"/>
                        </a:cubicBezTo>
                        <a:cubicBezTo>
                          <a:pt x="1199" y="2446"/>
                          <a:pt x="1211" y="2426"/>
                          <a:pt x="1223" y="2405"/>
                        </a:cubicBezTo>
                        <a:cubicBezTo>
                          <a:pt x="1234" y="2386"/>
                          <a:pt x="1247" y="2368"/>
                          <a:pt x="1259" y="2349"/>
                        </a:cubicBezTo>
                        <a:cubicBezTo>
                          <a:pt x="1264" y="2342"/>
                          <a:pt x="1268" y="2335"/>
                          <a:pt x="1273" y="2328"/>
                        </a:cubicBezTo>
                        <a:cubicBezTo>
                          <a:pt x="1277" y="2322"/>
                          <a:pt x="1293" y="2305"/>
                          <a:pt x="1277" y="2322"/>
                        </a:cubicBezTo>
                        <a:cubicBezTo>
                          <a:pt x="1304" y="2294"/>
                          <a:pt x="1300" y="2258"/>
                          <a:pt x="1280" y="2234"/>
                        </a:cubicBezTo>
                        <a:cubicBezTo>
                          <a:pt x="1483" y="2210"/>
                          <a:pt x="1683" y="2139"/>
                          <a:pt x="1845" y="2015"/>
                        </a:cubicBezTo>
                        <a:cubicBezTo>
                          <a:pt x="1948" y="1936"/>
                          <a:pt x="2086" y="1773"/>
                          <a:pt x="2094" y="1624"/>
                        </a:cubicBezTo>
                        <a:cubicBezTo>
                          <a:pt x="2146" y="1628"/>
                          <a:pt x="2201" y="1630"/>
                          <a:pt x="2245" y="1609"/>
                        </a:cubicBezTo>
                        <a:cubicBezTo>
                          <a:pt x="2278" y="1594"/>
                          <a:pt x="2287" y="1550"/>
                          <a:pt x="2274" y="1517"/>
                        </a:cubicBezTo>
                        <a:cubicBezTo>
                          <a:pt x="2284" y="1503"/>
                          <a:pt x="2288" y="1485"/>
                          <a:pt x="2281" y="1465"/>
                        </a:cubicBezTo>
                        <a:close/>
                        <a:moveTo>
                          <a:pt x="1065" y="420"/>
                        </a:moveTo>
                        <a:cubicBezTo>
                          <a:pt x="1019" y="392"/>
                          <a:pt x="1002" y="323"/>
                          <a:pt x="1010" y="274"/>
                        </a:cubicBezTo>
                        <a:cubicBezTo>
                          <a:pt x="1021" y="207"/>
                          <a:pt x="1073" y="171"/>
                          <a:pt x="1131" y="148"/>
                        </a:cubicBezTo>
                        <a:cubicBezTo>
                          <a:pt x="1208" y="195"/>
                          <a:pt x="1340" y="234"/>
                          <a:pt x="1280" y="343"/>
                        </a:cubicBezTo>
                        <a:cubicBezTo>
                          <a:pt x="1258" y="383"/>
                          <a:pt x="1213" y="417"/>
                          <a:pt x="1165" y="430"/>
                        </a:cubicBezTo>
                        <a:cubicBezTo>
                          <a:pt x="1148" y="418"/>
                          <a:pt x="1121" y="420"/>
                          <a:pt x="1105" y="434"/>
                        </a:cubicBezTo>
                        <a:cubicBezTo>
                          <a:pt x="1091" y="432"/>
                          <a:pt x="1077" y="428"/>
                          <a:pt x="1065" y="420"/>
                        </a:cubicBezTo>
                        <a:close/>
                        <a:moveTo>
                          <a:pt x="1032" y="2241"/>
                        </a:moveTo>
                        <a:cubicBezTo>
                          <a:pt x="1034" y="2257"/>
                          <a:pt x="1037" y="2272"/>
                          <a:pt x="1040" y="2287"/>
                        </a:cubicBezTo>
                        <a:cubicBezTo>
                          <a:pt x="1029" y="2271"/>
                          <a:pt x="1019" y="2255"/>
                          <a:pt x="1010" y="2239"/>
                        </a:cubicBezTo>
                        <a:cubicBezTo>
                          <a:pt x="1017" y="2240"/>
                          <a:pt x="1025" y="2241"/>
                          <a:pt x="1032" y="22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lIns="0" tIns="0" rIns="0" bIns="0" anchor="ctr">
                    <a:normAutofit/>
                  </a:bodyPr>
                  <a:p>
                    <a:pPr algn="ctr"/>
                  </a:p>
                </p:txBody>
              </p:sp>
            </p:grpSp>
            <p:sp>
              <p:nvSpPr>
                <p:cNvPr id="34" name="任意多边形 33"/>
                <p:cNvSpPr/>
                <p:nvPr>
                  <p:custDataLst>
                    <p:tags r:id="rId14"/>
                  </p:custDataLst>
                </p:nvPr>
              </p:nvSpPr>
              <p:spPr bwMode="auto">
                <a:xfrm>
                  <a:off x="5951431" y="3360631"/>
                  <a:ext cx="320610" cy="341984"/>
                </a:xfrm>
                <a:custGeom>
                  <a:avLst/>
                  <a:gdLst>
                    <a:gd name="T0" fmla="*/ 116 w 232"/>
                    <a:gd name="T1" fmla="*/ 0 h 232"/>
                    <a:gd name="T2" fmla="*/ 0 w 232"/>
                    <a:gd name="T3" fmla="*/ 116 h 232"/>
                    <a:gd name="T4" fmla="*/ 116 w 232"/>
                    <a:gd name="T5" fmla="*/ 232 h 232"/>
                    <a:gd name="T6" fmla="*/ 232 w 232"/>
                    <a:gd name="T7" fmla="*/ 116 h 232"/>
                    <a:gd name="T8" fmla="*/ 116 w 232"/>
                    <a:gd name="T9" fmla="*/ 0 h 232"/>
                    <a:gd name="T10" fmla="*/ 129 w 232"/>
                    <a:gd name="T11" fmla="*/ 208 h 232"/>
                    <a:gd name="T12" fmla="*/ 129 w 232"/>
                    <a:gd name="T13" fmla="*/ 190 h 232"/>
                    <a:gd name="T14" fmla="*/ 117 w 232"/>
                    <a:gd name="T15" fmla="*/ 178 h 232"/>
                    <a:gd name="T16" fmla="*/ 105 w 232"/>
                    <a:gd name="T17" fmla="*/ 190 h 232"/>
                    <a:gd name="T18" fmla="*/ 105 w 232"/>
                    <a:gd name="T19" fmla="*/ 208 h 232"/>
                    <a:gd name="T20" fmla="*/ 25 w 232"/>
                    <a:gd name="T21" fmla="*/ 129 h 232"/>
                    <a:gd name="T22" fmla="*/ 42 w 232"/>
                    <a:gd name="T23" fmla="*/ 129 h 232"/>
                    <a:gd name="T24" fmla="*/ 53 w 232"/>
                    <a:gd name="T25" fmla="*/ 117 h 232"/>
                    <a:gd name="T26" fmla="*/ 42 w 232"/>
                    <a:gd name="T27" fmla="*/ 105 h 232"/>
                    <a:gd name="T28" fmla="*/ 24 w 232"/>
                    <a:gd name="T29" fmla="*/ 105 h 232"/>
                    <a:gd name="T30" fmla="*/ 104 w 232"/>
                    <a:gd name="T31" fmla="*/ 25 h 232"/>
                    <a:gd name="T32" fmla="*/ 104 w 232"/>
                    <a:gd name="T33" fmla="*/ 41 h 232"/>
                    <a:gd name="T34" fmla="*/ 116 w 232"/>
                    <a:gd name="T35" fmla="*/ 53 h 232"/>
                    <a:gd name="T36" fmla="*/ 128 w 232"/>
                    <a:gd name="T37" fmla="*/ 41 h 232"/>
                    <a:gd name="T38" fmla="*/ 128 w 232"/>
                    <a:gd name="T39" fmla="*/ 25 h 232"/>
                    <a:gd name="T40" fmla="*/ 208 w 232"/>
                    <a:gd name="T41" fmla="*/ 104 h 232"/>
                    <a:gd name="T42" fmla="*/ 190 w 232"/>
                    <a:gd name="T43" fmla="*/ 104 h 232"/>
                    <a:gd name="T44" fmla="*/ 179 w 232"/>
                    <a:gd name="T45" fmla="*/ 116 h 232"/>
                    <a:gd name="T46" fmla="*/ 190 w 232"/>
                    <a:gd name="T47" fmla="*/ 128 h 232"/>
                    <a:gd name="T48" fmla="*/ 208 w 232"/>
                    <a:gd name="T49" fmla="*/ 128 h 232"/>
                    <a:gd name="T50" fmla="*/ 129 w 232"/>
                    <a:gd name="T51" fmla="*/ 208 h 232"/>
                    <a:gd name="T52" fmla="*/ 124 w 232"/>
                    <a:gd name="T53" fmla="*/ 94 h 232"/>
                    <a:gd name="T54" fmla="*/ 70 w 232"/>
                    <a:gd name="T55" fmla="*/ 69 h 232"/>
                    <a:gd name="T56" fmla="*/ 94 w 232"/>
                    <a:gd name="T57" fmla="*/ 124 h 232"/>
                    <a:gd name="T58" fmla="*/ 109 w 232"/>
                    <a:gd name="T59" fmla="*/ 138 h 232"/>
                    <a:gd name="T60" fmla="*/ 163 w 232"/>
                    <a:gd name="T61" fmla="*/ 163 h 232"/>
                    <a:gd name="T62" fmla="*/ 138 w 232"/>
                    <a:gd name="T63" fmla="*/ 108 h 232"/>
                    <a:gd name="T64" fmla="*/ 124 w 232"/>
                    <a:gd name="T65" fmla="*/ 94 h 232"/>
                    <a:gd name="T66" fmla="*/ 123 w 232"/>
                    <a:gd name="T67" fmla="*/ 123 h 232"/>
                    <a:gd name="T68" fmla="*/ 110 w 232"/>
                    <a:gd name="T69" fmla="*/ 123 h 232"/>
                    <a:gd name="T70" fmla="*/ 110 w 232"/>
                    <a:gd name="T71" fmla="*/ 109 h 232"/>
                    <a:gd name="T72" fmla="*/ 123 w 232"/>
                    <a:gd name="T73" fmla="*/ 109 h 232"/>
                    <a:gd name="T74" fmla="*/ 123 w 232"/>
                    <a:gd name="T75" fmla="*/ 123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232" h="232">
                      <a:moveTo>
                        <a:pt x="116" y="0"/>
                      </a:moveTo>
                      <a:cubicBezTo>
                        <a:pt x="52" y="0"/>
                        <a:pt x="0" y="52"/>
                        <a:pt x="0" y="116"/>
                      </a:cubicBezTo>
                      <a:cubicBezTo>
                        <a:pt x="0" y="180"/>
                        <a:pt x="52" y="232"/>
                        <a:pt x="116" y="232"/>
                      </a:cubicBezTo>
                      <a:cubicBezTo>
                        <a:pt x="180" y="232"/>
                        <a:pt x="232" y="180"/>
                        <a:pt x="232" y="116"/>
                      </a:cubicBezTo>
                      <a:cubicBezTo>
                        <a:pt x="232" y="52"/>
                        <a:pt x="180" y="0"/>
                        <a:pt x="116" y="0"/>
                      </a:cubicBezTo>
                      <a:close/>
                      <a:moveTo>
                        <a:pt x="129" y="208"/>
                      </a:moveTo>
                      <a:cubicBezTo>
                        <a:pt x="129" y="190"/>
                        <a:pt x="129" y="190"/>
                        <a:pt x="129" y="190"/>
                      </a:cubicBezTo>
                      <a:cubicBezTo>
                        <a:pt x="129" y="183"/>
                        <a:pt x="123" y="178"/>
                        <a:pt x="117" y="178"/>
                      </a:cubicBezTo>
                      <a:cubicBezTo>
                        <a:pt x="110" y="178"/>
                        <a:pt x="105" y="183"/>
                        <a:pt x="105" y="190"/>
                      </a:cubicBezTo>
                      <a:cubicBezTo>
                        <a:pt x="105" y="208"/>
                        <a:pt x="105" y="208"/>
                        <a:pt x="105" y="208"/>
                      </a:cubicBezTo>
                      <a:cubicBezTo>
                        <a:pt x="63" y="203"/>
                        <a:pt x="30" y="170"/>
                        <a:pt x="25" y="129"/>
                      </a:cubicBezTo>
                      <a:cubicBezTo>
                        <a:pt x="42" y="129"/>
                        <a:pt x="42" y="129"/>
                        <a:pt x="42" y="129"/>
                      </a:cubicBezTo>
                      <a:cubicBezTo>
                        <a:pt x="48" y="129"/>
                        <a:pt x="53" y="123"/>
                        <a:pt x="53" y="117"/>
                      </a:cubicBezTo>
                      <a:cubicBezTo>
                        <a:pt x="53" y="110"/>
                        <a:pt x="48" y="105"/>
                        <a:pt x="42" y="105"/>
                      </a:cubicBezTo>
                      <a:cubicBezTo>
                        <a:pt x="24" y="105"/>
                        <a:pt x="24" y="105"/>
                        <a:pt x="24" y="105"/>
                      </a:cubicBezTo>
                      <a:cubicBezTo>
                        <a:pt x="29" y="63"/>
                        <a:pt x="63" y="30"/>
                        <a:pt x="104" y="25"/>
                      </a:cubicBezTo>
                      <a:cubicBezTo>
                        <a:pt x="104" y="41"/>
                        <a:pt x="104" y="41"/>
                        <a:pt x="104" y="41"/>
                      </a:cubicBezTo>
                      <a:cubicBezTo>
                        <a:pt x="104" y="47"/>
                        <a:pt x="109" y="53"/>
                        <a:pt x="116" y="53"/>
                      </a:cubicBezTo>
                      <a:cubicBezTo>
                        <a:pt x="122" y="53"/>
                        <a:pt x="128" y="47"/>
                        <a:pt x="128" y="41"/>
                      </a:cubicBezTo>
                      <a:cubicBezTo>
                        <a:pt x="128" y="25"/>
                        <a:pt x="128" y="25"/>
                        <a:pt x="128" y="25"/>
                      </a:cubicBezTo>
                      <a:cubicBezTo>
                        <a:pt x="169" y="30"/>
                        <a:pt x="202" y="63"/>
                        <a:pt x="208" y="104"/>
                      </a:cubicBezTo>
                      <a:cubicBezTo>
                        <a:pt x="190" y="104"/>
                        <a:pt x="190" y="104"/>
                        <a:pt x="190" y="104"/>
                      </a:cubicBezTo>
                      <a:cubicBezTo>
                        <a:pt x="184" y="104"/>
                        <a:pt x="179" y="109"/>
                        <a:pt x="179" y="116"/>
                      </a:cubicBezTo>
                      <a:cubicBezTo>
                        <a:pt x="179" y="122"/>
                        <a:pt x="184" y="128"/>
                        <a:pt x="190" y="128"/>
                      </a:cubicBezTo>
                      <a:cubicBezTo>
                        <a:pt x="208" y="128"/>
                        <a:pt x="208" y="128"/>
                        <a:pt x="208" y="128"/>
                      </a:cubicBezTo>
                      <a:cubicBezTo>
                        <a:pt x="203" y="169"/>
                        <a:pt x="170" y="202"/>
                        <a:pt x="129" y="208"/>
                      </a:cubicBezTo>
                      <a:close/>
                      <a:moveTo>
                        <a:pt x="124" y="94"/>
                      </a:moveTo>
                      <a:cubicBezTo>
                        <a:pt x="70" y="69"/>
                        <a:pt x="70" y="69"/>
                        <a:pt x="70" y="69"/>
                      </a:cubicBezTo>
                      <a:cubicBezTo>
                        <a:pt x="94" y="124"/>
                        <a:pt x="94" y="124"/>
                        <a:pt x="94" y="124"/>
                      </a:cubicBezTo>
                      <a:cubicBezTo>
                        <a:pt x="97" y="129"/>
                        <a:pt x="103" y="136"/>
                        <a:pt x="109" y="138"/>
                      </a:cubicBezTo>
                      <a:cubicBezTo>
                        <a:pt x="163" y="163"/>
                        <a:pt x="163" y="163"/>
                        <a:pt x="163" y="163"/>
                      </a:cubicBezTo>
                      <a:cubicBezTo>
                        <a:pt x="138" y="108"/>
                        <a:pt x="138" y="108"/>
                        <a:pt x="138" y="108"/>
                      </a:cubicBezTo>
                      <a:cubicBezTo>
                        <a:pt x="136" y="103"/>
                        <a:pt x="130" y="96"/>
                        <a:pt x="124" y="94"/>
                      </a:cubicBezTo>
                      <a:close/>
                      <a:moveTo>
                        <a:pt x="123" y="123"/>
                      </a:moveTo>
                      <a:cubicBezTo>
                        <a:pt x="119" y="126"/>
                        <a:pt x="113" y="126"/>
                        <a:pt x="110" y="123"/>
                      </a:cubicBezTo>
                      <a:cubicBezTo>
                        <a:pt x="106" y="119"/>
                        <a:pt x="106" y="113"/>
                        <a:pt x="110" y="109"/>
                      </a:cubicBezTo>
                      <a:cubicBezTo>
                        <a:pt x="113" y="106"/>
                        <a:pt x="119" y="106"/>
                        <a:pt x="123" y="109"/>
                      </a:cubicBezTo>
                      <a:cubicBezTo>
                        <a:pt x="127" y="113"/>
                        <a:pt x="127" y="119"/>
                        <a:pt x="123" y="12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lIns="0" tIns="0" rIns="0" bIns="0" anchor="ctr">
                  <a:normAutofit/>
                </a:bodyPr>
                <a:p>
                  <a:pPr algn="ctr"/>
                </a:p>
              </p:txBody>
            </p:sp>
            <p:grpSp>
              <p:nvGrpSpPr>
                <p:cNvPr id="37" name="组合 36"/>
                <p:cNvGrpSpPr/>
                <p:nvPr/>
              </p:nvGrpSpPr>
              <p:grpSpPr>
                <a:xfrm rot="0">
                  <a:off x="7110940" y="4134162"/>
                  <a:ext cx="804672" cy="804672"/>
                  <a:chOff x="7144751" y="4134162"/>
                  <a:chExt cx="804672" cy="804672"/>
                </a:xfrm>
              </p:grpSpPr>
              <p:sp>
                <p:nvSpPr>
                  <p:cNvPr id="36" name="椭圆 35"/>
                  <p:cNvSpPr/>
                  <p:nvPr>
                    <p:custDataLst>
                      <p:tags r:id="rId15"/>
                    </p:custDataLst>
                  </p:nvPr>
                </p:nvSpPr>
                <p:spPr bwMode="auto">
                  <a:xfrm>
                    <a:off x="7144751" y="4134162"/>
                    <a:ext cx="804672" cy="804672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9525">
                    <a:noFill/>
                    <a:round/>
                  </a:ln>
                </p:spPr>
                <p:txBody>
                  <a:bodyPr lIns="0" tIns="0" rIns="0" bIns="0" anchor="ctr">
                    <a:normAutofit/>
                  </a:bodyPr>
                  <a:p>
                    <a:pPr algn="ctr"/>
                  </a:p>
                </p:txBody>
              </p:sp>
              <p:sp>
                <p:nvSpPr>
                  <p:cNvPr id="38" name="任意多边形 37"/>
                  <p:cNvSpPr/>
                  <p:nvPr>
                    <p:custDataLst>
                      <p:tags r:id="rId16"/>
                    </p:custDataLst>
                  </p:nvPr>
                </p:nvSpPr>
                <p:spPr bwMode="auto">
                  <a:xfrm>
                    <a:off x="7348159" y="4380424"/>
                    <a:ext cx="369182" cy="333894"/>
                  </a:xfrm>
                  <a:custGeom>
                    <a:avLst/>
                    <a:gdLst>
                      <a:gd name="connsiteX0" fmla="*/ 503202 w 607568"/>
                      <a:gd name="connsiteY0" fmla="*/ 459310 h 549494"/>
                      <a:gd name="connsiteX1" fmla="*/ 548364 w 607568"/>
                      <a:gd name="connsiteY1" fmla="*/ 504402 h 549494"/>
                      <a:gd name="connsiteX2" fmla="*/ 503202 w 607568"/>
                      <a:gd name="connsiteY2" fmla="*/ 549494 h 549494"/>
                      <a:gd name="connsiteX3" fmla="*/ 458040 w 607568"/>
                      <a:gd name="connsiteY3" fmla="*/ 504402 h 549494"/>
                      <a:gd name="connsiteX4" fmla="*/ 503202 w 607568"/>
                      <a:gd name="connsiteY4" fmla="*/ 459310 h 549494"/>
                      <a:gd name="connsiteX5" fmla="*/ 197795 w 607568"/>
                      <a:gd name="connsiteY5" fmla="*/ 459310 h 549494"/>
                      <a:gd name="connsiteX6" fmla="*/ 242957 w 607568"/>
                      <a:gd name="connsiteY6" fmla="*/ 504402 h 549494"/>
                      <a:gd name="connsiteX7" fmla="*/ 197795 w 607568"/>
                      <a:gd name="connsiteY7" fmla="*/ 549494 h 549494"/>
                      <a:gd name="connsiteX8" fmla="*/ 152633 w 607568"/>
                      <a:gd name="connsiteY8" fmla="*/ 504402 h 549494"/>
                      <a:gd name="connsiteX9" fmla="*/ 197795 w 607568"/>
                      <a:gd name="connsiteY9" fmla="*/ 459310 h 549494"/>
                      <a:gd name="connsiteX10" fmla="*/ 143318 w 607568"/>
                      <a:gd name="connsiteY10" fmla="*/ 390791 h 549494"/>
                      <a:gd name="connsiteX11" fmla="*/ 554573 w 607568"/>
                      <a:gd name="connsiteY11" fmla="*/ 390791 h 549494"/>
                      <a:gd name="connsiteX12" fmla="*/ 554573 w 607568"/>
                      <a:gd name="connsiteY12" fmla="*/ 437435 h 549494"/>
                      <a:gd name="connsiteX13" fmla="*/ 143318 w 607568"/>
                      <a:gd name="connsiteY13" fmla="*/ 437435 h 549494"/>
                      <a:gd name="connsiteX14" fmla="*/ 115304 w 607568"/>
                      <a:gd name="connsiteY14" fmla="*/ 313028 h 549494"/>
                      <a:gd name="connsiteX15" fmla="*/ 582659 w 607568"/>
                      <a:gd name="connsiteY15" fmla="*/ 313028 h 549494"/>
                      <a:gd name="connsiteX16" fmla="*/ 582659 w 607568"/>
                      <a:gd name="connsiteY16" fmla="*/ 359672 h 549494"/>
                      <a:gd name="connsiteX17" fmla="*/ 115304 w 607568"/>
                      <a:gd name="connsiteY17" fmla="*/ 359672 h 549494"/>
                      <a:gd name="connsiteX18" fmla="*/ 0 w 607568"/>
                      <a:gd name="connsiteY18" fmla="*/ 169922 h 549494"/>
                      <a:gd name="connsiteX19" fmla="*/ 78962 w 607568"/>
                      <a:gd name="connsiteY19" fmla="*/ 169922 h 549494"/>
                      <a:gd name="connsiteX20" fmla="*/ 108516 w 607568"/>
                      <a:gd name="connsiteY20" fmla="*/ 235254 h 549494"/>
                      <a:gd name="connsiteX21" fmla="*/ 607568 w 607568"/>
                      <a:gd name="connsiteY21" fmla="*/ 235254 h 549494"/>
                      <a:gd name="connsiteX22" fmla="*/ 607568 w 607568"/>
                      <a:gd name="connsiteY22" fmla="*/ 281909 h 549494"/>
                      <a:gd name="connsiteX23" fmla="*/ 78428 w 607568"/>
                      <a:gd name="connsiteY23" fmla="*/ 281909 h 549494"/>
                      <a:gd name="connsiteX24" fmla="*/ 48798 w 607568"/>
                      <a:gd name="connsiteY24" fmla="*/ 216577 h 549494"/>
                      <a:gd name="connsiteX25" fmla="*/ 0 w 607568"/>
                      <a:gd name="connsiteY25" fmla="*/ 216577 h 549494"/>
                      <a:gd name="connsiteX26" fmla="*/ 257720 w 607568"/>
                      <a:gd name="connsiteY26" fmla="*/ 0 h 549494"/>
                      <a:gd name="connsiteX27" fmla="*/ 254207 w 607568"/>
                      <a:gd name="connsiteY27" fmla="*/ 30201 h 549494"/>
                      <a:gd name="connsiteX28" fmla="*/ 407797 w 607568"/>
                      <a:gd name="connsiteY28" fmla="*/ 197372 h 549494"/>
                      <a:gd name="connsiteX29" fmla="*/ 241147 w 607568"/>
                      <a:gd name="connsiteY29" fmla="*/ 144063 h 549494"/>
                      <a:gd name="connsiteX30" fmla="*/ 237633 w 607568"/>
                      <a:gd name="connsiteY30" fmla="*/ 174264 h 549494"/>
                      <a:gd name="connsiteX31" fmla="*/ 115586 w 607568"/>
                      <a:gd name="connsiteY31" fmla="*/ 71993 h 5494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607568" h="549494">
                        <a:moveTo>
                          <a:pt x="503202" y="459310"/>
                        </a:moveTo>
                        <a:cubicBezTo>
                          <a:pt x="528144" y="459310"/>
                          <a:pt x="548364" y="479498"/>
                          <a:pt x="548364" y="504402"/>
                        </a:cubicBezTo>
                        <a:cubicBezTo>
                          <a:pt x="548364" y="529306"/>
                          <a:pt x="528144" y="549494"/>
                          <a:pt x="503202" y="549494"/>
                        </a:cubicBezTo>
                        <a:cubicBezTo>
                          <a:pt x="478260" y="549494"/>
                          <a:pt x="458040" y="529306"/>
                          <a:pt x="458040" y="504402"/>
                        </a:cubicBezTo>
                        <a:cubicBezTo>
                          <a:pt x="458040" y="479498"/>
                          <a:pt x="478260" y="459310"/>
                          <a:pt x="503202" y="459310"/>
                        </a:cubicBezTo>
                        <a:close/>
                        <a:moveTo>
                          <a:pt x="197795" y="459310"/>
                        </a:moveTo>
                        <a:cubicBezTo>
                          <a:pt x="222737" y="459310"/>
                          <a:pt x="242957" y="479498"/>
                          <a:pt x="242957" y="504402"/>
                        </a:cubicBezTo>
                        <a:cubicBezTo>
                          <a:pt x="242957" y="529306"/>
                          <a:pt x="222737" y="549494"/>
                          <a:pt x="197795" y="549494"/>
                        </a:cubicBezTo>
                        <a:cubicBezTo>
                          <a:pt x="172853" y="549494"/>
                          <a:pt x="152633" y="529306"/>
                          <a:pt x="152633" y="504402"/>
                        </a:cubicBezTo>
                        <a:cubicBezTo>
                          <a:pt x="152633" y="479498"/>
                          <a:pt x="172853" y="459310"/>
                          <a:pt x="197795" y="459310"/>
                        </a:cubicBezTo>
                        <a:close/>
                        <a:moveTo>
                          <a:pt x="143318" y="390791"/>
                        </a:moveTo>
                        <a:lnTo>
                          <a:pt x="554573" y="390791"/>
                        </a:lnTo>
                        <a:lnTo>
                          <a:pt x="554573" y="437435"/>
                        </a:lnTo>
                        <a:lnTo>
                          <a:pt x="143318" y="437435"/>
                        </a:lnTo>
                        <a:close/>
                        <a:moveTo>
                          <a:pt x="115304" y="313028"/>
                        </a:moveTo>
                        <a:lnTo>
                          <a:pt x="582659" y="313028"/>
                        </a:lnTo>
                        <a:lnTo>
                          <a:pt x="582659" y="359672"/>
                        </a:lnTo>
                        <a:lnTo>
                          <a:pt x="115304" y="359672"/>
                        </a:lnTo>
                        <a:close/>
                        <a:moveTo>
                          <a:pt x="0" y="169922"/>
                        </a:moveTo>
                        <a:lnTo>
                          <a:pt x="78962" y="169922"/>
                        </a:lnTo>
                        <a:lnTo>
                          <a:pt x="108516" y="235254"/>
                        </a:lnTo>
                        <a:lnTo>
                          <a:pt x="607568" y="235254"/>
                        </a:lnTo>
                        <a:lnTo>
                          <a:pt x="607568" y="281909"/>
                        </a:lnTo>
                        <a:lnTo>
                          <a:pt x="78428" y="281909"/>
                        </a:lnTo>
                        <a:lnTo>
                          <a:pt x="48798" y="216577"/>
                        </a:lnTo>
                        <a:lnTo>
                          <a:pt x="0" y="216577"/>
                        </a:lnTo>
                        <a:close/>
                        <a:moveTo>
                          <a:pt x="257720" y="0"/>
                        </a:moveTo>
                        <a:lnTo>
                          <a:pt x="254207" y="30201"/>
                        </a:lnTo>
                        <a:cubicBezTo>
                          <a:pt x="405964" y="47665"/>
                          <a:pt x="407797" y="197372"/>
                          <a:pt x="407797" y="197372"/>
                        </a:cubicBezTo>
                        <a:cubicBezTo>
                          <a:pt x="407797" y="197372"/>
                          <a:pt x="364340" y="158248"/>
                          <a:pt x="241147" y="144063"/>
                        </a:cubicBezTo>
                        <a:lnTo>
                          <a:pt x="237633" y="174264"/>
                        </a:lnTo>
                        <a:lnTo>
                          <a:pt x="115586" y="7199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lIns="0" tIns="0" rIns="0" bIns="0" anchor="ctr">
                    <a:normAutofit/>
                  </a:bodyPr>
                  <a:p>
                    <a:pPr algn="ctr"/>
                  </a:p>
                </p:txBody>
              </p:sp>
            </p:grpSp>
            <p:sp>
              <p:nvSpPr>
                <p:cNvPr id="39" name="任意多边形 38"/>
                <p:cNvSpPr/>
                <p:nvPr>
                  <p:custDataLst>
                    <p:tags r:id="rId17"/>
                  </p:custDataLst>
                </p:nvPr>
              </p:nvSpPr>
              <p:spPr bwMode="auto">
                <a:xfrm>
                  <a:off x="8821518" y="3360631"/>
                  <a:ext cx="320610" cy="341984"/>
                </a:xfrm>
                <a:custGeom>
                  <a:avLst/>
                  <a:gdLst>
                    <a:gd name="connsiteX0" fmla="*/ 69646 w 508000"/>
                    <a:gd name="connsiteY0" fmla="*/ 394096 h 478080"/>
                    <a:gd name="connsiteX1" fmla="*/ 438355 w 508000"/>
                    <a:gd name="connsiteY1" fmla="*/ 394096 h 478080"/>
                    <a:gd name="connsiteX2" fmla="*/ 438355 w 508000"/>
                    <a:gd name="connsiteY2" fmla="*/ 422773 h 478080"/>
                    <a:gd name="connsiteX3" fmla="*/ 473178 w 508000"/>
                    <a:gd name="connsiteY3" fmla="*/ 422773 h 478080"/>
                    <a:gd name="connsiteX4" fmla="*/ 473178 w 508000"/>
                    <a:gd name="connsiteY4" fmla="*/ 447354 h 478080"/>
                    <a:gd name="connsiteX5" fmla="*/ 497758 w 508000"/>
                    <a:gd name="connsiteY5" fmla="*/ 447354 h 478080"/>
                    <a:gd name="connsiteX6" fmla="*/ 497758 w 508000"/>
                    <a:gd name="connsiteY6" fmla="*/ 478080 h 478080"/>
                    <a:gd name="connsiteX7" fmla="*/ 14339 w 508000"/>
                    <a:gd name="connsiteY7" fmla="*/ 478080 h 478080"/>
                    <a:gd name="connsiteX8" fmla="*/ 14339 w 508000"/>
                    <a:gd name="connsiteY8" fmla="*/ 447354 h 478080"/>
                    <a:gd name="connsiteX9" fmla="*/ 38920 w 508000"/>
                    <a:gd name="connsiteY9" fmla="*/ 447354 h 478080"/>
                    <a:gd name="connsiteX10" fmla="*/ 38920 w 508000"/>
                    <a:gd name="connsiteY10" fmla="*/ 422773 h 478080"/>
                    <a:gd name="connsiteX11" fmla="*/ 69646 w 508000"/>
                    <a:gd name="connsiteY11" fmla="*/ 422773 h 478080"/>
                    <a:gd name="connsiteX12" fmla="*/ 362031 w 508000"/>
                    <a:gd name="connsiteY12" fmla="*/ 193354 h 478080"/>
                    <a:gd name="connsiteX13" fmla="*/ 436842 w 508000"/>
                    <a:gd name="connsiteY13" fmla="*/ 193354 h 478080"/>
                    <a:gd name="connsiteX14" fmla="*/ 456791 w 508000"/>
                    <a:gd name="connsiteY14" fmla="*/ 213383 h 478080"/>
                    <a:gd name="connsiteX15" fmla="*/ 456791 w 508000"/>
                    <a:gd name="connsiteY15" fmla="*/ 233411 h 478080"/>
                    <a:gd name="connsiteX16" fmla="*/ 436842 w 508000"/>
                    <a:gd name="connsiteY16" fmla="*/ 233411 h 478080"/>
                    <a:gd name="connsiteX17" fmla="*/ 436842 w 508000"/>
                    <a:gd name="connsiteY17" fmla="*/ 373612 h 478080"/>
                    <a:gd name="connsiteX18" fmla="*/ 362031 w 508000"/>
                    <a:gd name="connsiteY18" fmla="*/ 373612 h 478080"/>
                    <a:gd name="connsiteX19" fmla="*/ 362031 w 508000"/>
                    <a:gd name="connsiteY19" fmla="*/ 233411 h 478080"/>
                    <a:gd name="connsiteX20" fmla="*/ 342081 w 508000"/>
                    <a:gd name="connsiteY20" fmla="*/ 233411 h 478080"/>
                    <a:gd name="connsiteX21" fmla="*/ 342081 w 508000"/>
                    <a:gd name="connsiteY21" fmla="*/ 213383 h 478080"/>
                    <a:gd name="connsiteX22" fmla="*/ 362031 w 508000"/>
                    <a:gd name="connsiteY22" fmla="*/ 193354 h 478080"/>
                    <a:gd name="connsiteX23" fmla="*/ 218644 w 508000"/>
                    <a:gd name="connsiteY23" fmla="*/ 193354 h 478080"/>
                    <a:gd name="connsiteX24" fmla="*/ 293455 w 508000"/>
                    <a:gd name="connsiteY24" fmla="*/ 193354 h 478080"/>
                    <a:gd name="connsiteX25" fmla="*/ 313404 w 508000"/>
                    <a:gd name="connsiteY25" fmla="*/ 213383 h 478080"/>
                    <a:gd name="connsiteX26" fmla="*/ 313404 w 508000"/>
                    <a:gd name="connsiteY26" fmla="*/ 233411 h 478080"/>
                    <a:gd name="connsiteX27" fmla="*/ 293455 w 508000"/>
                    <a:gd name="connsiteY27" fmla="*/ 233411 h 478080"/>
                    <a:gd name="connsiteX28" fmla="*/ 293455 w 508000"/>
                    <a:gd name="connsiteY28" fmla="*/ 373612 h 478080"/>
                    <a:gd name="connsiteX29" fmla="*/ 213656 w 508000"/>
                    <a:gd name="connsiteY29" fmla="*/ 373612 h 478080"/>
                    <a:gd name="connsiteX30" fmla="*/ 213656 w 508000"/>
                    <a:gd name="connsiteY30" fmla="*/ 233411 h 478080"/>
                    <a:gd name="connsiteX31" fmla="*/ 198694 w 508000"/>
                    <a:gd name="connsiteY31" fmla="*/ 233411 h 478080"/>
                    <a:gd name="connsiteX32" fmla="*/ 198694 w 508000"/>
                    <a:gd name="connsiteY32" fmla="*/ 213383 h 478080"/>
                    <a:gd name="connsiteX33" fmla="*/ 218644 w 508000"/>
                    <a:gd name="connsiteY33" fmla="*/ 193354 h 478080"/>
                    <a:gd name="connsiteX34" fmla="*/ 73208 w 508000"/>
                    <a:gd name="connsiteY34" fmla="*/ 193354 h 478080"/>
                    <a:gd name="connsiteX35" fmla="*/ 148019 w 508000"/>
                    <a:gd name="connsiteY35" fmla="*/ 193354 h 478080"/>
                    <a:gd name="connsiteX36" fmla="*/ 167968 w 508000"/>
                    <a:gd name="connsiteY36" fmla="*/ 213383 h 478080"/>
                    <a:gd name="connsiteX37" fmla="*/ 167968 w 508000"/>
                    <a:gd name="connsiteY37" fmla="*/ 233411 h 478080"/>
                    <a:gd name="connsiteX38" fmla="*/ 148019 w 508000"/>
                    <a:gd name="connsiteY38" fmla="*/ 233411 h 478080"/>
                    <a:gd name="connsiteX39" fmla="*/ 148019 w 508000"/>
                    <a:gd name="connsiteY39" fmla="*/ 373612 h 478080"/>
                    <a:gd name="connsiteX40" fmla="*/ 73208 w 508000"/>
                    <a:gd name="connsiteY40" fmla="*/ 373612 h 478080"/>
                    <a:gd name="connsiteX41" fmla="*/ 73208 w 508000"/>
                    <a:gd name="connsiteY41" fmla="*/ 233411 h 478080"/>
                    <a:gd name="connsiteX42" fmla="*/ 53258 w 508000"/>
                    <a:gd name="connsiteY42" fmla="*/ 233411 h 478080"/>
                    <a:gd name="connsiteX43" fmla="*/ 53258 w 508000"/>
                    <a:gd name="connsiteY43" fmla="*/ 213383 h 478080"/>
                    <a:gd name="connsiteX44" fmla="*/ 73208 w 508000"/>
                    <a:gd name="connsiteY44" fmla="*/ 193354 h 478080"/>
                    <a:gd name="connsiteX45" fmla="*/ 234079 w 508000"/>
                    <a:gd name="connsiteY45" fmla="*/ 68402 h 478080"/>
                    <a:gd name="connsiteX46" fmla="*/ 169334 w 508000"/>
                    <a:gd name="connsiteY46" fmla="*/ 108199 h 478080"/>
                    <a:gd name="connsiteX47" fmla="*/ 169334 w 508000"/>
                    <a:gd name="connsiteY47" fmla="*/ 113174 h 478080"/>
                    <a:gd name="connsiteX48" fmla="*/ 174314 w 508000"/>
                    <a:gd name="connsiteY48" fmla="*/ 113174 h 478080"/>
                    <a:gd name="connsiteX49" fmla="*/ 333687 w 508000"/>
                    <a:gd name="connsiteY49" fmla="*/ 113174 h 478080"/>
                    <a:gd name="connsiteX50" fmla="*/ 338667 w 508000"/>
                    <a:gd name="connsiteY50" fmla="*/ 113174 h 478080"/>
                    <a:gd name="connsiteX51" fmla="*/ 338667 w 508000"/>
                    <a:gd name="connsiteY51" fmla="*/ 108199 h 478080"/>
                    <a:gd name="connsiteX52" fmla="*/ 273922 w 508000"/>
                    <a:gd name="connsiteY52" fmla="*/ 68402 h 478080"/>
                    <a:gd name="connsiteX53" fmla="*/ 234079 w 508000"/>
                    <a:gd name="connsiteY53" fmla="*/ 68402 h 478080"/>
                    <a:gd name="connsiteX54" fmla="*/ 234079 w 508000"/>
                    <a:gd name="connsiteY54" fmla="*/ 3732 h 478080"/>
                    <a:gd name="connsiteX55" fmla="*/ 273922 w 508000"/>
                    <a:gd name="connsiteY55" fmla="*/ 3732 h 478080"/>
                    <a:gd name="connsiteX56" fmla="*/ 488079 w 508000"/>
                    <a:gd name="connsiteY56" fmla="*/ 123123 h 478080"/>
                    <a:gd name="connsiteX57" fmla="*/ 508000 w 508000"/>
                    <a:gd name="connsiteY57" fmla="*/ 157946 h 478080"/>
                    <a:gd name="connsiteX58" fmla="*/ 508000 w 508000"/>
                    <a:gd name="connsiteY58" fmla="*/ 172870 h 478080"/>
                    <a:gd name="connsiteX59" fmla="*/ 0 w 508000"/>
                    <a:gd name="connsiteY59" fmla="*/ 172870 h 478080"/>
                    <a:gd name="connsiteX60" fmla="*/ 0 w 508000"/>
                    <a:gd name="connsiteY60" fmla="*/ 157946 h 478080"/>
                    <a:gd name="connsiteX61" fmla="*/ 19922 w 508000"/>
                    <a:gd name="connsiteY61" fmla="*/ 123123 h 478080"/>
                    <a:gd name="connsiteX62" fmla="*/ 234079 w 508000"/>
                    <a:gd name="connsiteY62" fmla="*/ 3732 h 478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</a:cxnLst>
                  <a:rect l="l" t="t" r="r" b="b"/>
                  <a:pathLst>
                    <a:path w="508000" h="478080">
                      <a:moveTo>
                        <a:pt x="69646" y="394096"/>
                      </a:moveTo>
                      <a:lnTo>
                        <a:pt x="438355" y="394096"/>
                      </a:lnTo>
                      <a:lnTo>
                        <a:pt x="438355" y="422773"/>
                      </a:lnTo>
                      <a:lnTo>
                        <a:pt x="473178" y="422773"/>
                      </a:lnTo>
                      <a:lnTo>
                        <a:pt x="473178" y="447354"/>
                      </a:lnTo>
                      <a:lnTo>
                        <a:pt x="497758" y="447354"/>
                      </a:lnTo>
                      <a:lnTo>
                        <a:pt x="497758" y="478080"/>
                      </a:lnTo>
                      <a:lnTo>
                        <a:pt x="14339" y="478080"/>
                      </a:lnTo>
                      <a:lnTo>
                        <a:pt x="14339" y="447354"/>
                      </a:lnTo>
                      <a:lnTo>
                        <a:pt x="38920" y="447354"/>
                      </a:lnTo>
                      <a:lnTo>
                        <a:pt x="38920" y="422773"/>
                      </a:lnTo>
                      <a:lnTo>
                        <a:pt x="69646" y="422773"/>
                      </a:lnTo>
                      <a:close/>
                      <a:moveTo>
                        <a:pt x="362031" y="193354"/>
                      </a:moveTo>
                      <a:cubicBezTo>
                        <a:pt x="362031" y="193354"/>
                        <a:pt x="362031" y="193354"/>
                        <a:pt x="436842" y="193354"/>
                      </a:cubicBezTo>
                      <a:cubicBezTo>
                        <a:pt x="446816" y="193354"/>
                        <a:pt x="456791" y="203368"/>
                        <a:pt x="456791" y="213383"/>
                      </a:cubicBezTo>
                      <a:cubicBezTo>
                        <a:pt x="456791" y="213383"/>
                        <a:pt x="456791" y="213383"/>
                        <a:pt x="456791" y="233411"/>
                      </a:cubicBezTo>
                      <a:cubicBezTo>
                        <a:pt x="456791" y="233411"/>
                        <a:pt x="456791" y="233411"/>
                        <a:pt x="436842" y="233411"/>
                      </a:cubicBezTo>
                      <a:cubicBezTo>
                        <a:pt x="436842" y="233411"/>
                        <a:pt x="436842" y="233411"/>
                        <a:pt x="436842" y="373612"/>
                      </a:cubicBezTo>
                      <a:lnTo>
                        <a:pt x="362031" y="373612"/>
                      </a:lnTo>
                      <a:cubicBezTo>
                        <a:pt x="362031" y="373612"/>
                        <a:pt x="362031" y="373612"/>
                        <a:pt x="362031" y="233411"/>
                      </a:cubicBezTo>
                      <a:cubicBezTo>
                        <a:pt x="362031" y="233411"/>
                        <a:pt x="362031" y="233411"/>
                        <a:pt x="342081" y="233411"/>
                      </a:cubicBezTo>
                      <a:cubicBezTo>
                        <a:pt x="342081" y="233411"/>
                        <a:pt x="342081" y="233411"/>
                        <a:pt x="342081" y="213383"/>
                      </a:cubicBezTo>
                      <a:cubicBezTo>
                        <a:pt x="342081" y="203368"/>
                        <a:pt x="352056" y="193354"/>
                        <a:pt x="362031" y="193354"/>
                      </a:cubicBezTo>
                      <a:close/>
                      <a:moveTo>
                        <a:pt x="218644" y="193354"/>
                      </a:moveTo>
                      <a:cubicBezTo>
                        <a:pt x="218644" y="193354"/>
                        <a:pt x="218644" y="193354"/>
                        <a:pt x="293455" y="193354"/>
                      </a:cubicBezTo>
                      <a:cubicBezTo>
                        <a:pt x="303429" y="193354"/>
                        <a:pt x="313404" y="203368"/>
                        <a:pt x="313404" y="213383"/>
                      </a:cubicBezTo>
                      <a:cubicBezTo>
                        <a:pt x="313404" y="213383"/>
                        <a:pt x="313404" y="213383"/>
                        <a:pt x="313404" y="233411"/>
                      </a:cubicBezTo>
                      <a:cubicBezTo>
                        <a:pt x="313404" y="233411"/>
                        <a:pt x="313404" y="233411"/>
                        <a:pt x="293455" y="233411"/>
                      </a:cubicBezTo>
                      <a:cubicBezTo>
                        <a:pt x="293455" y="233411"/>
                        <a:pt x="293455" y="233411"/>
                        <a:pt x="293455" y="373612"/>
                      </a:cubicBezTo>
                      <a:lnTo>
                        <a:pt x="213656" y="373612"/>
                      </a:lnTo>
                      <a:cubicBezTo>
                        <a:pt x="213656" y="373612"/>
                        <a:pt x="213656" y="373612"/>
                        <a:pt x="213656" y="233411"/>
                      </a:cubicBezTo>
                      <a:cubicBezTo>
                        <a:pt x="213656" y="233411"/>
                        <a:pt x="213656" y="233411"/>
                        <a:pt x="198694" y="233411"/>
                      </a:cubicBezTo>
                      <a:cubicBezTo>
                        <a:pt x="198694" y="233411"/>
                        <a:pt x="198694" y="233411"/>
                        <a:pt x="198694" y="213383"/>
                      </a:cubicBezTo>
                      <a:cubicBezTo>
                        <a:pt x="198694" y="203368"/>
                        <a:pt x="208669" y="193354"/>
                        <a:pt x="218644" y="193354"/>
                      </a:cubicBezTo>
                      <a:close/>
                      <a:moveTo>
                        <a:pt x="73208" y="193354"/>
                      </a:moveTo>
                      <a:cubicBezTo>
                        <a:pt x="73208" y="193354"/>
                        <a:pt x="73208" y="193354"/>
                        <a:pt x="148019" y="193354"/>
                      </a:cubicBezTo>
                      <a:cubicBezTo>
                        <a:pt x="157993" y="193354"/>
                        <a:pt x="167968" y="203368"/>
                        <a:pt x="167968" y="213383"/>
                      </a:cubicBezTo>
                      <a:cubicBezTo>
                        <a:pt x="167968" y="213383"/>
                        <a:pt x="167968" y="213383"/>
                        <a:pt x="167968" y="233411"/>
                      </a:cubicBezTo>
                      <a:cubicBezTo>
                        <a:pt x="167968" y="233411"/>
                        <a:pt x="167968" y="233411"/>
                        <a:pt x="148019" y="233411"/>
                      </a:cubicBezTo>
                      <a:cubicBezTo>
                        <a:pt x="148019" y="233411"/>
                        <a:pt x="148019" y="233411"/>
                        <a:pt x="148019" y="373612"/>
                      </a:cubicBezTo>
                      <a:lnTo>
                        <a:pt x="73208" y="373612"/>
                      </a:lnTo>
                      <a:cubicBezTo>
                        <a:pt x="73208" y="373612"/>
                        <a:pt x="73208" y="373612"/>
                        <a:pt x="73208" y="233411"/>
                      </a:cubicBezTo>
                      <a:cubicBezTo>
                        <a:pt x="73208" y="233411"/>
                        <a:pt x="73208" y="233411"/>
                        <a:pt x="53258" y="233411"/>
                      </a:cubicBezTo>
                      <a:cubicBezTo>
                        <a:pt x="53258" y="233411"/>
                        <a:pt x="53258" y="233411"/>
                        <a:pt x="53258" y="213383"/>
                      </a:cubicBezTo>
                      <a:cubicBezTo>
                        <a:pt x="53258" y="203368"/>
                        <a:pt x="63233" y="193354"/>
                        <a:pt x="73208" y="193354"/>
                      </a:cubicBezTo>
                      <a:close/>
                      <a:moveTo>
                        <a:pt x="234079" y="68402"/>
                      </a:moveTo>
                      <a:cubicBezTo>
                        <a:pt x="234079" y="68402"/>
                        <a:pt x="234079" y="68402"/>
                        <a:pt x="169334" y="108199"/>
                      </a:cubicBezTo>
                      <a:cubicBezTo>
                        <a:pt x="169334" y="108199"/>
                        <a:pt x="169334" y="108199"/>
                        <a:pt x="169334" y="113174"/>
                      </a:cubicBezTo>
                      <a:cubicBezTo>
                        <a:pt x="169334" y="113174"/>
                        <a:pt x="169334" y="113174"/>
                        <a:pt x="174314" y="113174"/>
                      </a:cubicBezTo>
                      <a:lnTo>
                        <a:pt x="333687" y="113174"/>
                      </a:lnTo>
                      <a:cubicBezTo>
                        <a:pt x="338667" y="113174"/>
                        <a:pt x="338667" y="113174"/>
                        <a:pt x="338667" y="113174"/>
                      </a:cubicBezTo>
                      <a:cubicBezTo>
                        <a:pt x="338667" y="108199"/>
                        <a:pt x="338667" y="108199"/>
                        <a:pt x="338667" y="108199"/>
                      </a:cubicBezTo>
                      <a:cubicBezTo>
                        <a:pt x="338667" y="108199"/>
                        <a:pt x="338667" y="108199"/>
                        <a:pt x="273922" y="68402"/>
                      </a:cubicBezTo>
                      <a:cubicBezTo>
                        <a:pt x="258981" y="63428"/>
                        <a:pt x="249020" y="63428"/>
                        <a:pt x="234079" y="68402"/>
                      </a:cubicBezTo>
                      <a:close/>
                      <a:moveTo>
                        <a:pt x="234079" y="3732"/>
                      </a:moveTo>
                      <a:cubicBezTo>
                        <a:pt x="249020" y="-1243"/>
                        <a:pt x="258981" y="-1243"/>
                        <a:pt x="273922" y="3732"/>
                      </a:cubicBezTo>
                      <a:lnTo>
                        <a:pt x="488079" y="123123"/>
                      </a:lnTo>
                      <a:cubicBezTo>
                        <a:pt x="498039" y="128098"/>
                        <a:pt x="508000" y="143022"/>
                        <a:pt x="508000" y="157946"/>
                      </a:cubicBezTo>
                      <a:cubicBezTo>
                        <a:pt x="508000" y="157946"/>
                        <a:pt x="508000" y="157946"/>
                        <a:pt x="508000" y="172870"/>
                      </a:cubicBezTo>
                      <a:cubicBezTo>
                        <a:pt x="508000" y="172870"/>
                        <a:pt x="508000" y="172870"/>
                        <a:pt x="0" y="172870"/>
                      </a:cubicBezTo>
                      <a:cubicBezTo>
                        <a:pt x="0" y="172870"/>
                        <a:pt x="0" y="172870"/>
                        <a:pt x="0" y="157946"/>
                      </a:cubicBezTo>
                      <a:cubicBezTo>
                        <a:pt x="0" y="143022"/>
                        <a:pt x="9961" y="128098"/>
                        <a:pt x="19922" y="123123"/>
                      </a:cubicBezTo>
                      <a:cubicBezTo>
                        <a:pt x="19922" y="123123"/>
                        <a:pt x="19922" y="123123"/>
                        <a:pt x="234079" y="3732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lIns="0" tIns="0" rIns="0" bIns="0" anchor="ctr">
                  <a:normAutofit/>
                </a:bodyPr>
                <a:p>
                  <a:pPr algn="ctr"/>
                </a:p>
              </p:txBody>
            </p:sp>
            <p:grpSp>
              <p:nvGrpSpPr>
                <p:cNvPr id="40" name="组合 39"/>
                <p:cNvGrpSpPr/>
                <p:nvPr/>
              </p:nvGrpSpPr>
              <p:grpSpPr>
                <a:xfrm rot="0">
                  <a:off x="9791722" y="4116053"/>
                  <a:ext cx="804564" cy="775302"/>
                  <a:chOff x="9791722" y="2962641"/>
                  <a:chExt cx="804564" cy="1218424"/>
                </a:xfrm>
              </p:grpSpPr>
              <p:sp>
                <p:nvSpPr>
                  <p:cNvPr id="56" name="椭圆 55"/>
                  <p:cNvSpPr/>
                  <p:nvPr>
                    <p:custDataLst>
                      <p:tags r:id="rId18"/>
                    </p:custDataLst>
                  </p:nvPr>
                </p:nvSpPr>
                <p:spPr bwMode="auto">
                  <a:xfrm>
                    <a:off x="9791722" y="2962641"/>
                    <a:ext cx="804564" cy="1218424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noFill/>
                    <a:round/>
                  </a:ln>
                </p:spPr>
                <p:txBody>
                  <a:bodyPr lIns="0" tIns="0" rIns="0" bIns="0" anchor="ctr">
                    <a:normAutofit/>
                  </a:bodyPr>
                  <a:p>
                    <a:pPr algn="ctr"/>
                  </a:p>
                </p:txBody>
              </p:sp>
              <p:sp>
                <p:nvSpPr>
                  <p:cNvPr id="57" name="任意多边形 56"/>
                  <p:cNvSpPr/>
                  <p:nvPr>
                    <p:custDataLst>
                      <p:tags r:id="rId19"/>
                    </p:custDataLst>
                  </p:nvPr>
                </p:nvSpPr>
                <p:spPr bwMode="auto">
                  <a:xfrm>
                    <a:off x="10009532" y="3349825"/>
                    <a:ext cx="368944" cy="524890"/>
                  </a:xfrm>
                  <a:custGeom>
                    <a:avLst/>
                    <a:gdLst>
                      <a:gd name="connsiteX0" fmla="*/ 325000 h 606722"/>
                      <a:gd name="connsiteY0" fmla="*/ 325000 h 606722"/>
                      <a:gd name="connsiteX1" fmla="*/ 325000 h 606722"/>
                      <a:gd name="connsiteY1" fmla="*/ 325000 h 606722"/>
                      <a:gd name="connsiteX2" fmla="*/ 325000 h 606722"/>
                      <a:gd name="connsiteY2" fmla="*/ 325000 h 606722"/>
                      <a:gd name="connsiteX3" fmla="*/ 325000 h 606722"/>
                      <a:gd name="connsiteY3" fmla="*/ 325000 h 606722"/>
                      <a:gd name="connsiteX4" fmla="*/ 325000 h 606722"/>
                      <a:gd name="connsiteY4" fmla="*/ 325000 h 606722"/>
                      <a:gd name="connsiteX5" fmla="*/ 325000 h 606722"/>
                      <a:gd name="connsiteY5" fmla="*/ 325000 h 606722"/>
                      <a:gd name="connsiteX6" fmla="*/ 325000 h 606722"/>
                      <a:gd name="connsiteY6" fmla="*/ 325000 h 606722"/>
                      <a:gd name="connsiteX7" fmla="*/ 325000 h 606722"/>
                      <a:gd name="connsiteY7" fmla="*/ 325000 h 606722"/>
                      <a:gd name="connsiteX8" fmla="*/ 325000 h 606722"/>
                      <a:gd name="connsiteY8" fmla="*/ 325000 h 606722"/>
                      <a:gd name="connsiteX9" fmla="*/ 325000 h 606722"/>
                      <a:gd name="connsiteY9" fmla="*/ 325000 h 606722"/>
                      <a:gd name="connsiteX10" fmla="*/ 325000 h 606722"/>
                      <a:gd name="connsiteY10" fmla="*/ 325000 h 606722"/>
                      <a:gd name="connsiteX11" fmla="*/ 325000 h 606722"/>
                      <a:gd name="connsiteY11" fmla="*/ 325000 h 606722"/>
                      <a:gd name="connsiteX12" fmla="*/ 325000 h 606722"/>
                      <a:gd name="connsiteY12" fmla="*/ 325000 h 606722"/>
                      <a:gd name="connsiteX13" fmla="*/ 325000 h 606722"/>
                      <a:gd name="connsiteY13" fmla="*/ 325000 h 606722"/>
                      <a:gd name="connsiteX14" fmla="*/ 325000 h 606722"/>
                      <a:gd name="connsiteY14" fmla="*/ 325000 h 606722"/>
                      <a:gd name="connsiteX15" fmla="*/ 325000 h 606722"/>
                      <a:gd name="connsiteY15" fmla="*/ 325000 h 606722"/>
                      <a:gd name="connsiteX16" fmla="*/ 325000 h 606722"/>
                      <a:gd name="connsiteY16" fmla="*/ 325000 h 606722"/>
                      <a:gd name="connsiteX17" fmla="*/ 325000 h 606722"/>
                      <a:gd name="connsiteY17" fmla="*/ 325000 h 606722"/>
                      <a:gd name="connsiteX18" fmla="*/ 325000 h 606722"/>
                      <a:gd name="connsiteY18" fmla="*/ 325000 h 606722"/>
                      <a:gd name="connsiteX19" fmla="*/ 325000 h 606722"/>
                      <a:gd name="connsiteY19" fmla="*/ 325000 h 606722"/>
                      <a:gd name="connsiteX20" fmla="*/ 325000 h 606722"/>
                      <a:gd name="connsiteY20" fmla="*/ 325000 h 606722"/>
                      <a:gd name="connsiteX21" fmla="*/ 325000 h 606722"/>
                      <a:gd name="connsiteY21" fmla="*/ 325000 h 606722"/>
                      <a:gd name="connsiteX22" fmla="*/ 325000 h 606722"/>
                      <a:gd name="connsiteY22" fmla="*/ 325000 h 606722"/>
                      <a:gd name="connsiteX23" fmla="*/ 325000 h 606722"/>
                      <a:gd name="connsiteY23" fmla="*/ 325000 h 606722"/>
                      <a:gd name="connsiteX24" fmla="*/ 325000 h 606722"/>
                      <a:gd name="connsiteY24" fmla="*/ 325000 h 606722"/>
                      <a:gd name="connsiteX25" fmla="*/ 325000 h 606722"/>
                      <a:gd name="connsiteY25" fmla="*/ 325000 h 606722"/>
                      <a:gd name="connsiteX26" fmla="*/ 325000 h 606722"/>
                      <a:gd name="connsiteY26" fmla="*/ 325000 h 606722"/>
                      <a:gd name="connsiteX27" fmla="*/ 325000 h 606722"/>
                      <a:gd name="connsiteY27" fmla="*/ 325000 h 606722"/>
                      <a:gd name="connsiteX28" fmla="*/ 325000 h 606722"/>
                      <a:gd name="connsiteY28" fmla="*/ 325000 h 606722"/>
                      <a:gd name="connsiteX29" fmla="*/ 325000 h 606722"/>
                      <a:gd name="connsiteY29" fmla="*/ 325000 h 606722"/>
                      <a:gd name="connsiteX30" fmla="*/ 325000 h 606722"/>
                      <a:gd name="connsiteY30" fmla="*/ 325000 h 606722"/>
                      <a:gd name="connsiteX31" fmla="*/ 325000 h 606722"/>
                      <a:gd name="connsiteY31" fmla="*/ 325000 h 606722"/>
                      <a:gd name="connsiteX32" fmla="*/ 325000 h 606722"/>
                      <a:gd name="connsiteY32" fmla="*/ 325000 h 606722"/>
                      <a:gd name="connsiteX33" fmla="*/ 325000 h 606722"/>
                      <a:gd name="connsiteY33" fmla="*/ 325000 h 606722"/>
                      <a:gd name="connsiteX34" fmla="*/ 325000 h 606722"/>
                      <a:gd name="connsiteY34" fmla="*/ 325000 h 606722"/>
                      <a:gd name="connsiteX35" fmla="*/ 325000 h 606722"/>
                      <a:gd name="connsiteY35" fmla="*/ 325000 h 606722"/>
                      <a:gd name="connsiteX36" fmla="*/ 325000 h 606722"/>
                      <a:gd name="connsiteY36" fmla="*/ 325000 h 606722"/>
                      <a:gd name="connsiteX37" fmla="*/ 325000 h 606722"/>
                      <a:gd name="connsiteY37" fmla="*/ 325000 h 606722"/>
                      <a:gd name="connsiteX38" fmla="*/ 325000 h 606722"/>
                      <a:gd name="connsiteY38" fmla="*/ 325000 h 606722"/>
                      <a:gd name="connsiteX39" fmla="*/ 325000 h 606722"/>
                      <a:gd name="connsiteY39" fmla="*/ 325000 h 606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</a:cxnLst>
                    <a:rect l="l" t="t" r="r" b="b"/>
                    <a:pathLst>
                      <a:path w="581459" h="580542">
                        <a:moveTo>
                          <a:pt x="213875" y="146706"/>
                        </a:moveTo>
                        <a:cubicBezTo>
                          <a:pt x="227226" y="146706"/>
                          <a:pt x="238084" y="157547"/>
                          <a:pt x="238084" y="171055"/>
                        </a:cubicBezTo>
                        <a:cubicBezTo>
                          <a:pt x="238084" y="184562"/>
                          <a:pt x="227226" y="195493"/>
                          <a:pt x="213875" y="195493"/>
                        </a:cubicBezTo>
                        <a:cubicBezTo>
                          <a:pt x="161630" y="195493"/>
                          <a:pt x="118998" y="238236"/>
                          <a:pt x="118998" y="290755"/>
                        </a:cubicBezTo>
                        <a:cubicBezTo>
                          <a:pt x="118998" y="300086"/>
                          <a:pt x="120422" y="309328"/>
                          <a:pt x="123092" y="318214"/>
                        </a:cubicBezTo>
                        <a:cubicBezTo>
                          <a:pt x="126741" y="330300"/>
                          <a:pt x="120422" y="343274"/>
                          <a:pt x="108673" y="347895"/>
                        </a:cubicBezTo>
                        <a:cubicBezTo>
                          <a:pt x="72182" y="362291"/>
                          <a:pt x="48507" y="397126"/>
                          <a:pt x="48507" y="436582"/>
                        </a:cubicBezTo>
                        <a:cubicBezTo>
                          <a:pt x="48507" y="489101"/>
                          <a:pt x="91050" y="531844"/>
                          <a:pt x="143384" y="531844"/>
                        </a:cubicBezTo>
                        <a:lnTo>
                          <a:pt x="438164" y="531844"/>
                        </a:lnTo>
                        <a:cubicBezTo>
                          <a:pt x="490320" y="531844"/>
                          <a:pt x="532952" y="489101"/>
                          <a:pt x="532952" y="436582"/>
                        </a:cubicBezTo>
                        <a:cubicBezTo>
                          <a:pt x="532952" y="408678"/>
                          <a:pt x="520759" y="382108"/>
                          <a:pt x="499398" y="363979"/>
                        </a:cubicBezTo>
                        <a:cubicBezTo>
                          <a:pt x="494147" y="359625"/>
                          <a:pt x="491032" y="353049"/>
                          <a:pt x="490854" y="346207"/>
                        </a:cubicBezTo>
                        <a:cubicBezTo>
                          <a:pt x="489252" y="294399"/>
                          <a:pt x="447598" y="253876"/>
                          <a:pt x="395976" y="253876"/>
                        </a:cubicBezTo>
                        <a:cubicBezTo>
                          <a:pt x="382625" y="253876"/>
                          <a:pt x="371767" y="243035"/>
                          <a:pt x="371767" y="229528"/>
                        </a:cubicBezTo>
                        <a:cubicBezTo>
                          <a:pt x="371767" y="216020"/>
                          <a:pt x="382625" y="205090"/>
                          <a:pt x="395976" y="205090"/>
                        </a:cubicBezTo>
                        <a:cubicBezTo>
                          <a:pt x="433535" y="205090"/>
                          <a:pt x="468959" y="219575"/>
                          <a:pt x="495927" y="245879"/>
                        </a:cubicBezTo>
                        <a:cubicBezTo>
                          <a:pt x="520225" y="269517"/>
                          <a:pt x="535177" y="300441"/>
                          <a:pt x="538648" y="334032"/>
                        </a:cubicBezTo>
                        <a:cubicBezTo>
                          <a:pt x="565972" y="361047"/>
                          <a:pt x="581459" y="397748"/>
                          <a:pt x="581459" y="436582"/>
                        </a:cubicBezTo>
                        <a:cubicBezTo>
                          <a:pt x="581459" y="516026"/>
                          <a:pt x="517199" y="580542"/>
                          <a:pt x="438164" y="580542"/>
                        </a:cubicBezTo>
                        <a:lnTo>
                          <a:pt x="143384" y="580542"/>
                        </a:lnTo>
                        <a:cubicBezTo>
                          <a:pt x="64349" y="580542"/>
                          <a:pt x="0" y="516026"/>
                          <a:pt x="0" y="436582"/>
                        </a:cubicBezTo>
                        <a:cubicBezTo>
                          <a:pt x="0" y="407079"/>
                          <a:pt x="8811" y="378820"/>
                          <a:pt x="25544" y="354471"/>
                        </a:cubicBezTo>
                        <a:cubicBezTo>
                          <a:pt x="37737" y="336698"/>
                          <a:pt x="53669" y="322124"/>
                          <a:pt x="72004" y="311638"/>
                        </a:cubicBezTo>
                        <a:cubicBezTo>
                          <a:pt x="70936" y="304618"/>
                          <a:pt x="70491" y="297598"/>
                          <a:pt x="70491" y="290666"/>
                        </a:cubicBezTo>
                        <a:cubicBezTo>
                          <a:pt x="70491" y="211222"/>
                          <a:pt x="134840" y="146706"/>
                          <a:pt x="213875" y="146706"/>
                        </a:cubicBezTo>
                        <a:close/>
                        <a:moveTo>
                          <a:pt x="301555" y="0"/>
                        </a:moveTo>
                        <a:cubicBezTo>
                          <a:pt x="314815" y="0"/>
                          <a:pt x="325673" y="10930"/>
                          <a:pt x="325673" y="24259"/>
                        </a:cubicBezTo>
                        <a:lnTo>
                          <a:pt x="325673" y="369392"/>
                        </a:lnTo>
                        <a:lnTo>
                          <a:pt x="379960" y="313055"/>
                        </a:lnTo>
                        <a:cubicBezTo>
                          <a:pt x="389215" y="303458"/>
                          <a:pt x="404433" y="303191"/>
                          <a:pt x="414045" y="312522"/>
                        </a:cubicBezTo>
                        <a:cubicBezTo>
                          <a:pt x="423567" y="321763"/>
                          <a:pt x="423745" y="337225"/>
                          <a:pt x="414490" y="346822"/>
                        </a:cubicBezTo>
                        <a:lnTo>
                          <a:pt x="318642" y="446079"/>
                        </a:lnTo>
                        <a:cubicBezTo>
                          <a:pt x="314103" y="450788"/>
                          <a:pt x="307874" y="453454"/>
                          <a:pt x="301288" y="453454"/>
                        </a:cubicBezTo>
                        <a:cubicBezTo>
                          <a:pt x="294791" y="453454"/>
                          <a:pt x="288473" y="450788"/>
                          <a:pt x="284023" y="446079"/>
                        </a:cubicBezTo>
                        <a:lnTo>
                          <a:pt x="188086" y="346822"/>
                        </a:lnTo>
                        <a:cubicBezTo>
                          <a:pt x="178742" y="337225"/>
                          <a:pt x="179009" y="321941"/>
                          <a:pt x="188620" y="312522"/>
                        </a:cubicBezTo>
                        <a:cubicBezTo>
                          <a:pt x="198054" y="303191"/>
                          <a:pt x="213361" y="303458"/>
                          <a:pt x="222617" y="313055"/>
                        </a:cubicBezTo>
                        <a:lnTo>
                          <a:pt x="277437" y="369392"/>
                        </a:lnTo>
                        <a:lnTo>
                          <a:pt x="277437" y="24259"/>
                        </a:lnTo>
                        <a:cubicBezTo>
                          <a:pt x="277437" y="10930"/>
                          <a:pt x="288295" y="0"/>
                          <a:pt x="30155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lIns="0" tIns="0" rIns="0" bIns="0" anchor="ctr">
                    <a:normAutofit/>
                  </a:bodyPr>
                  <a:p>
                    <a:pPr algn="ctr"/>
                  </a:p>
                </p:txBody>
              </p:sp>
            </p:grpSp>
          </p:grpSp>
        </p:grpSp>
        <p:sp>
          <p:nvSpPr>
            <p:cNvPr id="42" name="íšľídè"/>
            <p:cNvSpPr/>
            <p:nvPr>
              <p:custDataLst>
                <p:tags r:id="rId20"/>
              </p:custDataLst>
            </p:nvPr>
          </p:nvSpPr>
          <p:spPr>
            <a:xfrm>
              <a:off x="1755" y="5567"/>
              <a:ext cx="5246" cy="10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>
                  <a:solidFill>
                    <a:schemeClr val="tx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rPr>
                <a:t>{{####}}</a:t>
              </a:r>
              <a:endParaRPr kumimoji="1" lang="zh-CN" altLang="en-US" sz="2000" b="1" dirty="0">
                <a:solidFill>
                  <a:schemeClr val="tx1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思源黑体 CN Normal" panose="020B0500000000000000" pitchFamily="34" charset="-122"/>
              </a:endParaRPr>
            </a:p>
          </p:txBody>
        </p:sp>
        <p:sp>
          <p:nvSpPr>
            <p:cNvPr id="43" name="îṧḻíḑê"/>
            <p:cNvSpPr/>
            <p:nvPr>
              <p:custDataLst>
                <p:tags r:id="rId21"/>
              </p:custDataLst>
            </p:nvPr>
          </p:nvSpPr>
          <p:spPr>
            <a:xfrm>
              <a:off x="1753" y="6673"/>
              <a:ext cx="5232" cy="36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indent="0" algn="ctr" fontAlgn="auto">
                <a:lnSpc>
                  <a:spcPct val="120000"/>
                </a:lnSpc>
                <a:buNone/>
              </a:pPr>
              <a:r>
                <a:rPr lang="zh-CN" altLang="en-US" sz="1200" dirty="0">
                  <a:solidFill>
                    <a:schemeClr val="tx1"/>
                  </a:solidFill>
                  <a:latin typeface="Source Han Sans CN Normal" panose="020B0500000000000000" charset="-122"/>
                  <a:ea typeface="Source Han Sans CN Normal" panose="020B0500000000000000" charset="-122"/>
                  <a:cs typeface="MiSans Normal" panose="00000800000000000000" charset="-122"/>
                  <a:sym typeface="+mn-ea"/>
                </a:rPr>
                <a:t>{{#####}}</a:t>
              </a:r>
              <a:endParaRPr lang="zh-CN" altLang="en-US" sz="1200" dirty="0" smtClean="0">
                <a:solidFill>
                  <a:schemeClr val="tx1"/>
                </a:solidFill>
                <a:latin typeface="Source Han Sans CN Normal" panose="020B0500000000000000" charset="-122"/>
                <a:ea typeface="Source Han Sans CN Normal" panose="020B0500000000000000" charset="-122"/>
                <a:cs typeface="MiSans Normal" panose="00000800000000000000" charset="-122"/>
                <a:sym typeface="+mn-ea"/>
              </a:endParaRPr>
            </a:p>
          </p:txBody>
        </p:sp>
        <p:sp>
          <p:nvSpPr>
            <p:cNvPr id="44" name="íšľídè"/>
            <p:cNvSpPr/>
            <p:nvPr>
              <p:custDataLst>
                <p:tags r:id="rId22"/>
              </p:custDataLst>
            </p:nvPr>
          </p:nvSpPr>
          <p:spPr>
            <a:xfrm>
              <a:off x="7085" y="5567"/>
              <a:ext cx="5246" cy="10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>
                  <a:solidFill>
                    <a:schemeClr val="tx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rPr>
                <a:t>{{####}}</a:t>
              </a:r>
              <a:endParaRPr kumimoji="1" lang="zh-CN" altLang="en-US" sz="2000" b="1" dirty="0">
                <a:solidFill>
                  <a:schemeClr val="tx1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思源黑体 CN Normal" panose="020B0500000000000000" pitchFamily="34" charset="-122"/>
              </a:endParaRPr>
            </a:p>
          </p:txBody>
        </p:sp>
        <p:sp>
          <p:nvSpPr>
            <p:cNvPr id="45" name="îṧḻíḑê"/>
            <p:cNvSpPr/>
            <p:nvPr>
              <p:custDataLst>
                <p:tags r:id="rId23"/>
              </p:custDataLst>
            </p:nvPr>
          </p:nvSpPr>
          <p:spPr>
            <a:xfrm>
              <a:off x="7083" y="6673"/>
              <a:ext cx="5232" cy="36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indent="0" algn="ctr" fontAlgn="auto">
                <a:lnSpc>
                  <a:spcPct val="120000"/>
                </a:lnSpc>
                <a:buNone/>
              </a:pPr>
              <a:r>
                <a:rPr lang="zh-CN" altLang="en-US" sz="1200" dirty="0">
                  <a:solidFill>
                    <a:schemeClr val="tx1"/>
                  </a:solidFill>
                  <a:latin typeface="Source Han Sans CN Normal" panose="020B0500000000000000" charset="-122"/>
                  <a:ea typeface="Source Han Sans CN Normal" panose="020B0500000000000000" charset="-122"/>
                  <a:cs typeface="MiSans Normal" panose="00000800000000000000" charset="-122"/>
                  <a:sym typeface="+mn-ea"/>
                </a:rPr>
                <a:t>{{#####}}</a:t>
              </a:r>
              <a:endParaRPr lang="zh-CN" altLang="en-US" sz="1200" dirty="0" smtClean="0">
                <a:solidFill>
                  <a:schemeClr val="tx1"/>
                </a:solidFill>
                <a:latin typeface="Source Han Sans CN Normal" panose="020B0500000000000000" charset="-122"/>
                <a:ea typeface="Source Han Sans CN Normal" panose="020B0500000000000000" charset="-122"/>
                <a:cs typeface="MiSans Normal" panose="00000800000000000000" charset="-122"/>
                <a:sym typeface="+mn-ea"/>
              </a:endParaRPr>
            </a:p>
          </p:txBody>
        </p:sp>
        <p:sp>
          <p:nvSpPr>
            <p:cNvPr id="46" name="íšľídè"/>
            <p:cNvSpPr/>
            <p:nvPr>
              <p:custDataLst>
                <p:tags r:id="rId24"/>
              </p:custDataLst>
            </p:nvPr>
          </p:nvSpPr>
          <p:spPr>
            <a:xfrm>
              <a:off x="12415" y="5567"/>
              <a:ext cx="5246" cy="10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>
                  <a:solidFill>
                    <a:schemeClr val="tx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rPr>
                <a:t>{{####}}</a:t>
              </a:r>
              <a:endParaRPr kumimoji="1" lang="zh-CN" altLang="en-US" sz="2000" b="1" dirty="0">
                <a:solidFill>
                  <a:schemeClr val="tx1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思源黑体 CN Normal" panose="020B0500000000000000" pitchFamily="34" charset="-122"/>
              </a:endParaRPr>
            </a:p>
          </p:txBody>
        </p:sp>
        <p:sp>
          <p:nvSpPr>
            <p:cNvPr id="47" name="îṧḻíḑê"/>
            <p:cNvSpPr/>
            <p:nvPr>
              <p:custDataLst>
                <p:tags r:id="rId25"/>
              </p:custDataLst>
            </p:nvPr>
          </p:nvSpPr>
          <p:spPr>
            <a:xfrm>
              <a:off x="12413" y="6673"/>
              <a:ext cx="5232" cy="36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indent="0" algn="ctr" fontAlgn="auto">
                <a:lnSpc>
                  <a:spcPct val="120000"/>
                </a:lnSpc>
                <a:buNone/>
              </a:pPr>
              <a:r>
                <a:rPr lang="zh-CN" altLang="en-US" sz="1200" dirty="0">
                  <a:solidFill>
                    <a:schemeClr val="tx1"/>
                  </a:solidFill>
                  <a:latin typeface="Source Han Sans CN Normal" panose="020B0500000000000000" charset="-122"/>
                  <a:ea typeface="Source Han Sans CN Normal" panose="020B0500000000000000" charset="-122"/>
                  <a:cs typeface="MiSans Normal" panose="00000800000000000000" charset="-122"/>
                  <a:sym typeface="+mn-ea"/>
                </a:rPr>
                <a:t>{{#####}}</a:t>
              </a:r>
              <a:endParaRPr lang="zh-CN" altLang="en-US" sz="1200" dirty="0" smtClean="0">
                <a:solidFill>
                  <a:schemeClr val="tx1"/>
                </a:solidFill>
                <a:latin typeface="Source Han Sans CN Normal" panose="020B0500000000000000" charset="-122"/>
                <a:ea typeface="Source Han Sans CN Normal" panose="020B0500000000000000" charset="-122"/>
                <a:cs typeface="MiSans Normal" panose="00000800000000000000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4" name="组合 23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25" name="图片 24" descr="13备份 1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26" name="文本框 25"/>
            <p:cNvSpPr txBox="1"/>
            <p:nvPr>
              <p:custDataLst>
                <p:tags r:id="rId3"/>
              </p:custDataLst>
            </p:nvPr>
          </p:nvSpPr>
          <p:spPr>
            <a:xfrm>
              <a:off x="1514" y="356"/>
              <a:ext cx="14037" cy="87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/>
              <a:r>
                <a:rPr lang="zh-CN" altLang="en-US" sz="2000" b="1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rPr>
                <a:t>{{###}}</a:t>
              </a:r>
              <a:endParaRPr lang="zh-CN" altLang="en-US" sz="2000" b="1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lt"/>
              </a:endParaRPr>
            </a:p>
          </p:txBody>
        </p:sp>
        <p:pic>
          <p:nvPicPr>
            <p:cNvPr id="29" name="图片 28" descr="消防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8" y="356"/>
              <a:ext cx="836" cy="984"/>
            </a:xfrm>
            <a:prstGeom prst="rect">
              <a:avLst/>
            </a:prstGeom>
          </p:spPr>
        </p:pic>
      </p:grpSp>
      <p:grpSp>
        <p:nvGrpSpPr>
          <p:cNvPr id="31" name="组合 30"/>
          <p:cNvGrpSpPr/>
          <p:nvPr/>
        </p:nvGrpSpPr>
        <p:grpSpPr>
          <a:xfrm>
            <a:off x="801370" y="1694180"/>
            <a:ext cx="10727055" cy="4605655"/>
            <a:chOff x="3247" y="2668"/>
            <a:chExt cx="16893" cy="7253"/>
          </a:xfrm>
        </p:grpSpPr>
        <p:grpSp>
          <p:nvGrpSpPr>
            <p:cNvPr id="32" name="组合 31"/>
            <p:cNvGrpSpPr/>
            <p:nvPr/>
          </p:nvGrpSpPr>
          <p:grpSpPr>
            <a:xfrm>
              <a:off x="3247" y="3654"/>
              <a:ext cx="5071" cy="5207"/>
              <a:chOff x="3247" y="3654"/>
              <a:chExt cx="5071" cy="5207"/>
            </a:xfrm>
          </p:grpSpPr>
          <p:sp>
            <p:nvSpPr>
              <p:cNvPr id="37" name="Freeform 5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3247" y="3654"/>
                <a:ext cx="2740" cy="2471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2700000" scaled="0"/>
              </a:gradFill>
              <a:ln w="3175">
                <a:noFill/>
              </a:ln>
              <a:effectLst>
                <a:outerShdw blurRad="190500" dist="38100" dir="2700000" algn="tl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22530" tIns="61265" rIns="122530" bIns="61265" rtlCol="0" anchor="ctr">
                <a:noAutofit/>
              </a:bodyPr>
              <a:lstStyle/>
              <a:p>
                <a:pPr algn="ctr"/>
                <a:endParaRPr lang="zh-CN" altLang="en-US" sz="6000" dirty="0">
                  <a:solidFill>
                    <a:schemeClr val="bg1"/>
                  </a:solidFill>
                  <a:effectLst>
                    <a:outerShdw blurRad="215900" dist="38100" dir="2700000" algn="tl" rotWithShape="0">
                      <a:prstClr val="black">
                        <a:alpha val="14000"/>
                      </a:prst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  <a:sym typeface="思源黑体 CN Normal" panose="020B0500000000000000" pitchFamily="34" charset="-122"/>
                </a:endParaRPr>
              </a:p>
            </p:txBody>
          </p:sp>
          <p:sp>
            <p:nvSpPr>
              <p:cNvPr id="38" name="TextBox 4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215" y="4438"/>
                <a:ext cx="799" cy="83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>
                <a:defPPr>
                  <a:defRPr lang="zh-CN"/>
                </a:defPPr>
                <a:lvl1pPr>
                  <a:defRPr sz="2200">
                    <a:solidFill>
                      <a:schemeClr val="bg1"/>
                    </a:solidFill>
                    <a:latin typeface="微软雅黑" panose="020B0703020204020201" charset="-122"/>
                    <a:ea typeface="微软雅黑" panose="020B0703020204020201" charset="-122"/>
                  </a:defRPr>
                </a:lvl1pPr>
              </a:lstStyle>
              <a:p>
                <a:pPr lvl="0">
                  <a:spcBef>
                    <a:spcPct val="0"/>
                  </a:spcBef>
                </a:pPr>
                <a:r>
                  <a:rPr lang="en-US" sz="3200" b="1" dirty="0" smtClean="0">
                    <a:latin typeface="思源黑体" panose="020B0500000000000000" pitchFamily="34" charset="-122"/>
                    <a:ea typeface="思源黑体" panose="020B0500000000000000" pitchFamily="34" charset="-122"/>
                    <a:cs typeface="+mn-ea"/>
                    <a:sym typeface="思源黑体 CN Normal" panose="020B0500000000000000" pitchFamily="34" charset="-122"/>
                  </a:rPr>
                  <a:t>01</a:t>
                </a:r>
                <a:endParaRPr lang="en-US" sz="3200" b="1" dirty="0" smtClean="0"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 CN Normal" panose="020B0500000000000000" pitchFamily="34" charset="-122"/>
                </a:endParaRPr>
              </a:p>
            </p:txBody>
          </p:sp>
          <p:sp>
            <p:nvSpPr>
              <p:cNvPr id="39" name="Freeform 5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5578" y="5021"/>
                <a:ext cx="2740" cy="2471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2700000" scaled="0"/>
              </a:gradFill>
              <a:ln w="3175">
                <a:noFill/>
              </a:ln>
              <a:effectLst>
                <a:outerShdw blurRad="190500" dist="38100" dir="2700000" algn="tl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122530" tIns="61265" rIns="122530" bIns="61265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sz="6000" dirty="0">
                  <a:solidFill>
                    <a:schemeClr val="bg1"/>
                  </a:solidFill>
                  <a:effectLst>
                    <a:outerShdw blurRad="215900" dist="38100" dir="2700000" algn="tl" rotWithShape="0">
                      <a:prstClr val="black">
                        <a:alpha val="14000"/>
                      </a:prst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  <a:sym typeface="思源黑体 CN Normal" panose="020B0500000000000000" pitchFamily="34" charset="-122"/>
                </a:endParaRPr>
              </a:p>
            </p:txBody>
          </p:sp>
          <p:sp>
            <p:nvSpPr>
              <p:cNvPr id="40" name="TextBox 5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587" y="5827"/>
                <a:ext cx="799" cy="83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>
                <a:defPPr>
                  <a:defRPr lang="zh-CN"/>
                </a:defPPr>
                <a:lvl1pPr>
                  <a:defRPr sz="2200">
                    <a:solidFill>
                      <a:schemeClr val="bg1"/>
                    </a:solidFill>
                    <a:latin typeface="微软雅黑" panose="020B0703020204020201" charset="-122"/>
                    <a:ea typeface="微软雅黑" panose="020B0703020204020201" charset="-122"/>
                  </a:defRPr>
                </a:lvl1pPr>
              </a:lstStyle>
              <a:p>
                <a:pPr lvl="0">
                  <a:spcBef>
                    <a:spcPct val="0"/>
                  </a:spcBef>
                </a:pPr>
                <a:r>
                  <a:rPr lang="en-US" altLang="zh-CN" sz="3200" b="1" spc="100" dirty="0" smtClean="0">
                    <a:latin typeface="思源黑体" panose="020B0500000000000000" pitchFamily="34" charset="-122"/>
                    <a:ea typeface="思源黑体" panose="020B0500000000000000" pitchFamily="34" charset="-122"/>
                    <a:cs typeface="+mn-ea"/>
                    <a:sym typeface="思源黑体 CN Normal" panose="020B0500000000000000" pitchFamily="34" charset="-122"/>
                  </a:rPr>
                  <a:t>02</a:t>
                </a:r>
                <a:endParaRPr lang="en-US" altLang="zh-CN" sz="3200" b="1" spc="100" dirty="0" smtClean="0"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 CN Normal" panose="020B0500000000000000" pitchFamily="34" charset="-122"/>
                </a:endParaRPr>
              </a:p>
            </p:txBody>
          </p:sp>
          <p:sp>
            <p:nvSpPr>
              <p:cNvPr id="41" name="Freeform 5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3247" y="6391"/>
                <a:ext cx="2740" cy="2471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2700000" scaled="0"/>
              </a:gradFill>
              <a:ln w="3175">
                <a:noFill/>
              </a:ln>
              <a:effectLst>
                <a:outerShdw blurRad="190500" dist="38100" dir="2700000" algn="tl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122530" tIns="61265" rIns="122530" bIns="61265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sz="6000" dirty="0">
                  <a:solidFill>
                    <a:schemeClr val="bg1"/>
                  </a:solidFill>
                  <a:effectLst>
                    <a:outerShdw blurRad="215900" dist="38100" dir="2700000" algn="tl" rotWithShape="0">
                      <a:prstClr val="black">
                        <a:alpha val="14000"/>
                      </a:prst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  <a:sym typeface="思源黑体 CN Normal" panose="020B0500000000000000" pitchFamily="34" charset="-122"/>
                </a:endParaRPr>
              </a:p>
            </p:txBody>
          </p:sp>
          <p:sp>
            <p:nvSpPr>
              <p:cNvPr id="42" name="TextBox 58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215" y="7167"/>
                <a:ext cx="799" cy="83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>
                <a:defPPr>
                  <a:defRPr lang="zh-CN"/>
                </a:defPPr>
                <a:lvl1pPr>
                  <a:defRPr sz="2200">
                    <a:solidFill>
                      <a:schemeClr val="bg1"/>
                    </a:solidFill>
                    <a:latin typeface="微软雅黑" panose="020B0703020204020201" charset="-122"/>
                    <a:ea typeface="微软雅黑" panose="020B0703020204020201" charset="-122"/>
                  </a:defRPr>
                </a:lvl1pPr>
              </a:lstStyle>
              <a:p>
                <a:pPr lvl="0">
                  <a:spcBef>
                    <a:spcPct val="0"/>
                  </a:spcBef>
                </a:pPr>
                <a:r>
                  <a:rPr lang="en-US" sz="3200" b="1" dirty="0" smtClean="0">
                    <a:latin typeface="思源黑体" panose="020B0500000000000000" pitchFamily="34" charset="-122"/>
                    <a:ea typeface="思源黑体" panose="020B0500000000000000" pitchFamily="34" charset="-122"/>
                    <a:cs typeface="+mn-ea"/>
                    <a:sym typeface="思源黑体 CN Normal" panose="020B0500000000000000" pitchFamily="34" charset="-122"/>
                  </a:rPr>
                  <a:t>03</a:t>
                </a:r>
                <a:endParaRPr lang="en-US" sz="3200" b="1" dirty="0" smtClean="0"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 CN Normal" panose="020B0500000000000000" pitchFamily="34" charset="-122"/>
                </a:endParaRPr>
              </a:p>
            </p:txBody>
          </p:sp>
        </p:grpSp>
        <p:sp>
          <p:nvSpPr>
            <p:cNvPr id="43" name="矩形 3"/>
            <p:cNvSpPr/>
            <p:nvPr>
              <p:custDataLst>
                <p:tags r:id="rId12"/>
              </p:custDataLst>
            </p:nvPr>
          </p:nvSpPr>
          <p:spPr>
            <a:xfrm>
              <a:off x="5956" y="2668"/>
              <a:ext cx="11130" cy="2268"/>
            </a:xfrm>
            <a:custGeom>
              <a:avLst/>
              <a:gdLst/>
              <a:ahLst/>
              <a:cxnLst/>
              <a:rect l="l" t="t" r="r" b="b"/>
              <a:pathLst>
                <a:path w="6025861" h="1158747">
                  <a:moveTo>
                    <a:pt x="575194" y="0"/>
                  </a:moveTo>
                  <a:lnTo>
                    <a:pt x="1992514" y="0"/>
                  </a:lnTo>
                  <a:lnTo>
                    <a:pt x="4154179" y="0"/>
                  </a:lnTo>
                  <a:lnTo>
                    <a:pt x="5571499" y="0"/>
                  </a:lnTo>
                  <a:lnTo>
                    <a:pt x="5571499" y="474"/>
                  </a:lnTo>
                  <a:lnTo>
                    <a:pt x="5639364" y="474"/>
                  </a:lnTo>
                  <a:cubicBezTo>
                    <a:pt x="5661410" y="0"/>
                    <a:pt x="5683924" y="5211"/>
                    <a:pt x="5704562" y="17528"/>
                  </a:cubicBezTo>
                  <a:cubicBezTo>
                    <a:pt x="5723793" y="28424"/>
                    <a:pt x="5739272" y="44057"/>
                    <a:pt x="5749591" y="62533"/>
                  </a:cubicBezTo>
                  <a:lnTo>
                    <a:pt x="6008038" y="514473"/>
                  </a:lnTo>
                  <a:cubicBezTo>
                    <a:pt x="6019294" y="533422"/>
                    <a:pt x="6025861" y="555687"/>
                    <a:pt x="6025861" y="579374"/>
                  </a:cubicBezTo>
                  <a:cubicBezTo>
                    <a:pt x="6025861" y="603534"/>
                    <a:pt x="6019294" y="625799"/>
                    <a:pt x="6007568" y="644749"/>
                  </a:cubicBezTo>
                  <a:lnTo>
                    <a:pt x="5749591" y="1096688"/>
                  </a:lnTo>
                  <a:cubicBezTo>
                    <a:pt x="5738803" y="1114690"/>
                    <a:pt x="5723793" y="1130324"/>
                    <a:pt x="5704562" y="1141693"/>
                  </a:cubicBezTo>
                  <a:cubicBezTo>
                    <a:pt x="5684393" y="1153536"/>
                    <a:pt x="5662348" y="1158747"/>
                    <a:pt x="5640302" y="1158273"/>
                  </a:cubicBezTo>
                  <a:lnTo>
                    <a:pt x="5571499" y="1158273"/>
                  </a:lnTo>
                  <a:lnTo>
                    <a:pt x="5571499" y="1158747"/>
                  </a:lnTo>
                  <a:lnTo>
                    <a:pt x="4154179" y="1158747"/>
                  </a:lnTo>
                  <a:lnTo>
                    <a:pt x="1992514" y="1158747"/>
                  </a:lnTo>
                  <a:lnTo>
                    <a:pt x="575194" y="1158747"/>
                  </a:lnTo>
                  <a:lnTo>
                    <a:pt x="575194" y="1158273"/>
                  </a:lnTo>
                  <a:lnTo>
                    <a:pt x="382745" y="1158273"/>
                  </a:lnTo>
                  <a:cubicBezTo>
                    <a:pt x="362107" y="1158273"/>
                    <a:pt x="340530" y="1153062"/>
                    <a:pt x="321299" y="1141693"/>
                  </a:cubicBezTo>
                  <a:cubicBezTo>
                    <a:pt x="302069" y="1130324"/>
                    <a:pt x="286590" y="1114690"/>
                    <a:pt x="276270" y="1096215"/>
                  </a:cubicBezTo>
                  <a:lnTo>
                    <a:pt x="16886" y="642380"/>
                  </a:lnTo>
                  <a:cubicBezTo>
                    <a:pt x="6098" y="623904"/>
                    <a:pt x="0" y="602587"/>
                    <a:pt x="0" y="579374"/>
                  </a:cubicBezTo>
                  <a:cubicBezTo>
                    <a:pt x="0" y="556161"/>
                    <a:pt x="6098" y="534843"/>
                    <a:pt x="16886" y="515894"/>
                  </a:cubicBezTo>
                  <a:lnTo>
                    <a:pt x="275332" y="63954"/>
                  </a:lnTo>
                  <a:cubicBezTo>
                    <a:pt x="286120" y="45478"/>
                    <a:pt x="301599" y="28898"/>
                    <a:pt x="321299" y="17528"/>
                  </a:cubicBezTo>
                  <a:cubicBezTo>
                    <a:pt x="339592" y="6633"/>
                    <a:pt x="359762" y="948"/>
                    <a:pt x="379930" y="474"/>
                  </a:cubicBezTo>
                  <a:lnTo>
                    <a:pt x="575194" y="47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500000000000000" pitchFamily="34" charset="-122"/>
              </a:endParaRPr>
            </a:p>
          </p:txBody>
        </p:sp>
        <p:sp>
          <p:nvSpPr>
            <p:cNvPr id="44" name="矩形 3"/>
            <p:cNvSpPr/>
            <p:nvPr>
              <p:custDataLst>
                <p:tags r:id="rId13"/>
              </p:custDataLst>
            </p:nvPr>
          </p:nvSpPr>
          <p:spPr>
            <a:xfrm>
              <a:off x="8730" y="5111"/>
              <a:ext cx="11411" cy="2268"/>
            </a:xfrm>
            <a:custGeom>
              <a:avLst/>
              <a:gdLst/>
              <a:ahLst/>
              <a:cxnLst/>
              <a:rect l="l" t="t" r="r" b="b"/>
              <a:pathLst>
                <a:path w="5192450" h="1305562">
                  <a:moveTo>
                    <a:pt x="648072" y="0"/>
                  </a:moveTo>
                  <a:lnTo>
                    <a:pt x="4680520" y="0"/>
                  </a:lnTo>
                  <a:lnTo>
                    <a:pt x="4680520" y="534"/>
                  </a:lnTo>
                  <a:lnTo>
                    <a:pt x="4756983" y="534"/>
                  </a:lnTo>
                  <a:cubicBezTo>
                    <a:pt x="4781822" y="0"/>
                    <a:pt x="4807189" y="5871"/>
                    <a:pt x="4830442" y="19749"/>
                  </a:cubicBezTo>
                  <a:cubicBezTo>
                    <a:pt x="4852109" y="32025"/>
                    <a:pt x="4869549" y="49639"/>
                    <a:pt x="4881176" y="70456"/>
                  </a:cubicBezTo>
                  <a:lnTo>
                    <a:pt x="5172368" y="579657"/>
                  </a:lnTo>
                  <a:cubicBezTo>
                    <a:pt x="5185051" y="601007"/>
                    <a:pt x="5192450" y="626093"/>
                    <a:pt x="5192450" y="652781"/>
                  </a:cubicBezTo>
                  <a:cubicBezTo>
                    <a:pt x="5192450" y="680003"/>
                    <a:pt x="5185051" y="705089"/>
                    <a:pt x="5171839" y="726439"/>
                  </a:cubicBezTo>
                  <a:lnTo>
                    <a:pt x="4881176" y="1235640"/>
                  </a:lnTo>
                  <a:cubicBezTo>
                    <a:pt x="4869021" y="1255923"/>
                    <a:pt x="4852109" y="1273537"/>
                    <a:pt x="4830442" y="1286347"/>
                  </a:cubicBezTo>
                  <a:cubicBezTo>
                    <a:pt x="4807717" y="1299691"/>
                    <a:pt x="4782879" y="1305562"/>
                    <a:pt x="4758040" y="1305028"/>
                  </a:cubicBezTo>
                  <a:lnTo>
                    <a:pt x="4680520" y="1305028"/>
                  </a:lnTo>
                  <a:lnTo>
                    <a:pt x="4680520" y="1305562"/>
                  </a:lnTo>
                  <a:lnTo>
                    <a:pt x="648072" y="1305562"/>
                  </a:lnTo>
                  <a:lnTo>
                    <a:pt x="648072" y="1305028"/>
                  </a:lnTo>
                  <a:lnTo>
                    <a:pt x="431239" y="1305028"/>
                  </a:lnTo>
                  <a:cubicBezTo>
                    <a:pt x="407986" y="1305028"/>
                    <a:pt x="383676" y="1299157"/>
                    <a:pt x="362008" y="1286347"/>
                  </a:cubicBezTo>
                  <a:cubicBezTo>
                    <a:pt x="340341" y="1273537"/>
                    <a:pt x="322901" y="1255923"/>
                    <a:pt x="311274" y="1235107"/>
                  </a:cubicBezTo>
                  <a:lnTo>
                    <a:pt x="19025" y="723770"/>
                  </a:lnTo>
                  <a:cubicBezTo>
                    <a:pt x="6870" y="702954"/>
                    <a:pt x="0" y="678935"/>
                    <a:pt x="0" y="652781"/>
                  </a:cubicBezTo>
                  <a:cubicBezTo>
                    <a:pt x="0" y="626627"/>
                    <a:pt x="6870" y="602608"/>
                    <a:pt x="19025" y="581258"/>
                  </a:cubicBezTo>
                  <a:lnTo>
                    <a:pt x="310217" y="72057"/>
                  </a:lnTo>
                  <a:cubicBezTo>
                    <a:pt x="322372" y="51240"/>
                    <a:pt x="339812" y="32559"/>
                    <a:pt x="362008" y="19749"/>
                  </a:cubicBezTo>
                  <a:cubicBezTo>
                    <a:pt x="382619" y="7473"/>
                    <a:pt x="405344" y="1068"/>
                    <a:pt x="428068" y="534"/>
                  </a:cubicBezTo>
                  <a:lnTo>
                    <a:pt x="648072" y="5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500000000000000" pitchFamily="34" charset="-122"/>
              </a:endParaRPr>
            </a:p>
          </p:txBody>
        </p:sp>
        <p:sp>
          <p:nvSpPr>
            <p:cNvPr id="45" name="矩形 3"/>
            <p:cNvSpPr/>
            <p:nvPr>
              <p:custDataLst>
                <p:tags r:id="rId14"/>
              </p:custDataLst>
            </p:nvPr>
          </p:nvSpPr>
          <p:spPr>
            <a:xfrm>
              <a:off x="5956" y="7653"/>
              <a:ext cx="11130" cy="2268"/>
            </a:xfrm>
            <a:custGeom>
              <a:avLst/>
              <a:gdLst/>
              <a:ahLst/>
              <a:cxnLst/>
              <a:rect l="l" t="t" r="r" b="b"/>
              <a:pathLst>
                <a:path w="6025861" h="1158747">
                  <a:moveTo>
                    <a:pt x="575194" y="0"/>
                  </a:moveTo>
                  <a:lnTo>
                    <a:pt x="1992514" y="0"/>
                  </a:lnTo>
                  <a:lnTo>
                    <a:pt x="4154179" y="0"/>
                  </a:lnTo>
                  <a:lnTo>
                    <a:pt x="5571499" y="0"/>
                  </a:lnTo>
                  <a:lnTo>
                    <a:pt x="5571499" y="474"/>
                  </a:lnTo>
                  <a:lnTo>
                    <a:pt x="5639364" y="474"/>
                  </a:lnTo>
                  <a:cubicBezTo>
                    <a:pt x="5661410" y="0"/>
                    <a:pt x="5683924" y="5211"/>
                    <a:pt x="5704562" y="17528"/>
                  </a:cubicBezTo>
                  <a:cubicBezTo>
                    <a:pt x="5723793" y="28424"/>
                    <a:pt x="5739272" y="44057"/>
                    <a:pt x="5749591" y="62533"/>
                  </a:cubicBezTo>
                  <a:lnTo>
                    <a:pt x="6008038" y="514473"/>
                  </a:lnTo>
                  <a:cubicBezTo>
                    <a:pt x="6019294" y="533422"/>
                    <a:pt x="6025861" y="555687"/>
                    <a:pt x="6025861" y="579374"/>
                  </a:cubicBezTo>
                  <a:cubicBezTo>
                    <a:pt x="6025861" y="603535"/>
                    <a:pt x="6019294" y="625800"/>
                    <a:pt x="6007568" y="644749"/>
                  </a:cubicBezTo>
                  <a:lnTo>
                    <a:pt x="5749591" y="1096688"/>
                  </a:lnTo>
                  <a:cubicBezTo>
                    <a:pt x="5738803" y="1114690"/>
                    <a:pt x="5723793" y="1130324"/>
                    <a:pt x="5704562" y="1141693"/>
                  </a:cubicBezTo>
                  <a:cubicBezTo>
                    <a:pt x="5684393" y="1153536"/>
                    <a:pt x="5662348" y="1158747"/>
                    <a:pt x="5640302" y="1158273"/>
                  </a:cubicBezTo>
                  <a:lnTo>
                    <a:pt x="5571499" y="1158273"/>
                  </a:lnTo>
                  <a:lnTo>
                    <a:pt x="5571499" y="1158747"/>
                  </a:lnTo>
                  <a:lnTo>
                    <a:pt x="4154179" y="1158747"/>
                  </a:lnTo>
                  <a:lnTo>
                    <a:pt x="1992514" y="1158747"/>
                  </a:lnTo>
                  <a:lnTo>
                    <a:pt x="575194" y="1158747"/>
                  </a:lnTo>
                  <a:lnTo>
                    <a:pt x="575194" y="1158273"/>
                  </a:lnTo>
                  <a:lnTo>
                    <a:pt x="382745" y="1158273"/>
                  </a:lnTo>
                  <a:cubicBezTo>
                    <a:pt x="362107" y="1158273"/>
                    <a:pt x="340530" y="1153062"/>
                    <a:pt x="321299" y="1141693"/>
                  </a:cubicBezTo>
                  <a:cubicBezTo>
                    <a:pt x="302069" y="1130324"/>
                    <a:pt x="286590" y="1114690"/>
                    <a:pt x="276270" y="1096215"/>
                  </a:cubicBezTo>
                  <a:lnTo>
                    <a:pt x="16886" y="642380"/>
                  </a:lnTo>
                  <a:cubicBezTo>
                    <a:pt x="6098" y="623905"/>
                    <a:pt x="0" y="602587"/>
                    <a:pt x="0" y="579374"/>
                  </a:cubicBezTo>
                  <a:cubicBezTo>
                    <a:pt x="0" y="556161"/>
                    <a:pt x="6098" y="534843"/>
                    <a:pt x="16886" y="515894"/>
                  </a:cubicBezTo>
                  <a:lnTo>
                    <a:pt x="275332" y="63954"/>
                  </a:lnTo>
                  <a:cubicBezTo>
                    <a:pt x="286120" y="45478"/>
                    <a:pt x="301599" y="28898"/>
                    <a:pt x="321299" y="17528"/>
                  </a:cubicBezTo>
                  <a:cubicBezTo>
                    <a:pt x="339592" y="6633"/>
                    <a:pt x="359762" y="948"/>
                    <a:pt x="379930" y="474"/>
                  </a:cubicBezTo>
                  <a:lnTo>
                    <a:pt x="575194" y="47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500000000000000" pitchFamily="34" charset="-122"/>
              </a:endParaRPr>
            </a:p>
          </p:txBody>
        </p:sp>
        <p:sp>
          <p:nvSpPr>
            <p:cNvPr id="46" name="íšľídè"/>
            <p:cNvSpPr/>
            <p:nvPr>
              <p:custDataLst>
                <p:tags r:id="rId15"/>
              </p:custDataLst>
            </p:nvPr>
          </p:nvSpPr>
          <p:spPr>
            <a:xfrm>
              <a:off x="6587" y="2769"/>
              <a:ext cx="9857" cy="7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>
                  <a:solidFill>
                    <a:schemeClr val="tx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rPr>
                <a:t>{{####}}</a:t>
              </a:r>
              <a:endParaRPr kumimoji="1" lang="zh-CN" altLang="en-US" sz="2000" b="1" dirty="0">
                <a:solidFill>
                  <a:schemeClr val="tx1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思源黑体 CN Normal" panose="020B0500000000000000" pitchFamily="34" charset="-122"/>
              </a:endParaRPr>
            </a:p>
          </p:txBody>
        </p:sp>
        <p:sp>
          <p:nvSpPr>
            <p:cNvPr id="47" name="îṧḻíḑê"/>
            <p:cNvSpPr/>
            <p:nvPr>
              <p:custDataLst>
                <p:tags r:id="rId16"/>
              </p:custDataLst>
            </p:nvPr>
          </p:nvSpPr>
          <p:spPr>
            <a:xfrm>
              <a:off x="6585" y="3482"/>
              <a:ext cx="9831" cy="13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indent="0" algn="l" fontAlgn="auto">
                <a:lnSpc>
                  <a:spcPct val="100000"/>
                </a:lnSpc>
                <a:buNone/>
              </a:pPr>
              <a:r>
                <a:rPr lang="zh-CN" altLang="en-US" sz="1200" dirty="0">
                  <a:solidFill>
                    <a:schemeClr val="tx1"/>
                  </a:solidFill>
                  <a:latin typeface="Source Han Sans CN Normal" panose="020B0500000000000000" charset="-122"/>
                  <a:ea typeface="Source Han Sans CN Normal" panose="020B0500000000000000" charset="-122"/>
                  <a:cs typeface="MiSans Normal" panose="00000800000000000000" charset="-122"/>
                  <a:sym typeface="+mn-ea"/>
                </a:rPr>
                <a:t>{{#####}}</a:t>
              </a:r>
              <a:endParaRPr lang="zh-CN" altLang="en-US" sz="1200" dirty="0" smtClean="0">
                <a:solidFill>
                  <a:schemeClr val="tx1"/>
                </a:solidFill>
                <a:latin typeface="Source Han Sans CN Normal" panose="020B0500000000000000" charset="-122"/>
                <a:ea typeface="Source Han Sans CN Normal" panose="020B0500000000000000" charset="-122"/>
                <a:cs typeface="MiSans Normal" panose="00000800000000000000" charset="-122"/>
                <a:sym typeface="+mn-ea"/>
              </a:endParaRPr>
            </a:p>
          </p:txBody>
        </p:sp>
        <p:sp>
          <p:nvSpPr>
            <p:cNvPr id="48" name="íšľídè"/>
            <p:cNvSpPr/>
            <p:nvPr>
              <p:custDataLst>
                <p:tags r:id="rId17"/>
              </p:custDataLst>
            </p:nvPr>
          </p:nvSpPr>
          <p:spPr>
            <a:xfrm>
              <a:off x="9573" y="5211"/>
              <a:ext cx="9857" cy="7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rPr>
                <a:t>{{####}}</a:t>
              </a:r>
              <a:endParaRPr kumimoji="1" lang="zh-CN" altLang="en-US" sz="2000" b="1" dirty="0">
                <a:solidFill>
                  <a:schemeClr val="bg1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ea"/>
              </a:endParaRPr>
            </a:p>
          </p:txBody>
        </p:sp>
        <p:sp>
          <p:nvSpPr>
            <p:cNvPr id="49" name="îṧḻíḑê"/>
            <p:cNvSpPr/>
            <p:nvPr>
              <p:custDataLst>
                <p:tags r:id="rId18"/>
              </p:custDataLst>
            </p:nvPr>
          </p:nvSpPr>
          <p:spPr>
            <a:xfrm>
              <a:off x="9571" y="5924"/>
              <a:ext cx="9831" cy="13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indent="0" algn="l" fontAlgn="auto">
                <a:lnSpc>
                  <a:spcPct val="100000"/>
                </a:lnSpc>
                <a:buNone/>
              </a:pPr>
              <a:r>
                <a:rPr lang="zh-CN" altLang="en-US" sz="1200" dirty="0">
                  <a:solidFill>
                    <a:schemeClr val="bg1"/>
                  </a:solidFill>
                  <a:latin typeface="Source Han Sans CN Normal" panose="020B0500000000000000" charset="-122"/>
                  <a:ea typeface="Source Han Sans CN Normal" panose="020B0500000000000000" charset="-122"/>
                  <a:cs typeface="MiSans Normal" panose="00000800000000000000" charset="-122"/>
                  <a:sym typeface="+mn-ea"/>
                </a:rPr>
                <a:t>{{#####}}</a:t>
              </a:r>
              <a:endParaRPr lang="zh-CN" altLang="en-US" sz="1200" dirty="0" smtClean="0">
                <a:solidFill>
                  <a:schemeClr val="bg1"/>
                </a:solidFill>
                <a:latin typeface="Source Han Sans CN Normal" panose="020B0500000000000000" charset="-122"/>
                <a:ea typeface="Source Han Sans CN Normal" panose="020B0500000000000000" charset="-122"/>
                <a:cs typeface="MiSans Normal" panose="00000800000000000000" charset="-122"/>
                <a:sym typeface="+mn-ea"/>
              </a:endParaRPr>
            </a:p>
          </p:txBody>
        </p:sp>
        <p:sp>
          <p:nvSpPr>
            <p:cNvPr id="50" name="íšľídè"/>
            <p:cNvSpPr/>
            <p:nvPr>
              <p:custDataLst>
                <p:tags r:id="rId19"/>
              </p:custDataLst>
            </p:nvPr>
          </p:nvSpPr>
          <p:spPr>
            <a:xfrm>
              <a:off x="6594" y="7740"/>
              <a:ext cx="9857" cy="7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>
                  <a:solidFill>
                    <a:schemeClr val="tx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rPr>
                <a:t>{{####}}</a:t>
              </a:r>
              <a:endParaRPr kumimoji="1" lang="zh-CN" altLang="en-US" sz="2000" b="1" dirty="0">
                <a:solidFill>
                  <a:schemeClr val="tx1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思源黑体 CN Normal" panose="020B0500000000000000" pitchFamily="34" charset="-122"/>
              </a:endParaRPr>
            </a:p>
          </p:txBody>
        </p:sp>
        <p:sp>
          <p:nvSpPr>
            <p:cNvPr id="51" name="îṧḻíḑê"/>
            <p:cNvSpPr/>
            <p:nvPr>
              <p:custDataLst>
                <p:tags r:id="rId20"/>
              </p:custDataLst>
            </p:nvPr>
          </p:nvSpPr>
          <p:spPr>
            <a:xfrm>
              <a:off x="6592" y="8453"/>
              <a:ext cx="9831" cy="13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indent="0" algn="l" fontAlgn="auto">
                <a:lnSpc>
                  <a:spcPct val="100000"/>
                </a:lnSpc>
                <a:buNone/>
              </a:pPr>
              <a:r>
                <a:rPr lang="zh-CN" altLang="en-US" sz="1200" dirty="0">
                  <a:solidFill>
                    <a:schemeClr val="tx1"/>
                  </a:solidFill>
                  <a:latin typeface="Source Han Sans CN Normal" panose="020B0500000000000000" charset="-122"/>
                  <a:ea typeface="Source Han Sans CN Normal" panose="020B0500000000000000" charset="-122"/>
                  <a:cs typeface="MiSans Normal" panose="00000800000000000000" charset="-122"/>
                  <a:sym typeface="+mn-ea"/>
                </a:rPr>
                <a:t>{{#####}}</a:t>
              </a:r>
              <a:endParaRPr lang="zh-CN" altLang="en-US" sz="1200" dirty="0" smtClean="0">
                <a:solidFill>
                  <a:schemeClr val="tx1"/>
                </a:solidFill>
                <a:latin typeface="Source Han Sans CN Normal" panose="020B0500000000000000" charset="-122"/>
                <a:ea typeface="Source Han Sans CN Normal" panose="020B0500000000000000" charset="-122"/>
                <a:cs typeface="MiSans Normal" panose="00000800000000000000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7" name="组合 16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3" name="图片 2" descr="13备份 1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>
              <p:custDataLst>
                <p:tags r:id="rId3"/>
              </p:custDataLst>
            </p:nvPr>
          </p:nvSpPr>
          <p:spPr>
            <a:xfrm>
              <a:off x="1514" y="356"/>
              <a:ext cx="14037" cy="87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/>
              <a:r>
                <a:rPr lang="zh-CN" altLang="en-US" sz="2000" b="1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rPr>
                <a:t>{{###}}</a:t>
              </a:r>
              <a:endParaRPr lang="zh-CN" altLang="en-US" sz="2000" b="1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lt"/>
              </a:endParaRPr>
            </a:p>
          </p:txBody>
        </p:sp>
        <p:pic>
          <p:nvPicPr>
            <p:cNvPr id="20" name="图片 19" descr="消防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8" y="356"/>
              <a:ext cx="836" cy="984"/>
            </a:xfrm>
            <a:prstGeom prst="rect">
              <a:avLst/>
            </a:prstGeom>
          </p:spPr>
        </p:pic>
      </p:grpSp>
      <p:grpSp>
        <p:nvGrpSpPr>
          <p:cNvPr id="4" name="组合 3"/>
          <p:cNvGrpSpPr/>
          <p:nvPr/>
        </p:nvGrpSpPr>
        <p:grpSpPr>
          <a:xfrm>
            <a:off x="783590" y="1604010"/>
            <a:ext cx="10624185" cy="4712335"/>
            <a:chOff x="1897" y="2526"/>
            <a:chExt cx="16731" cy="7421"/>
          </a:xfrm>
        </p:grpSpPr>
        <p:sp>
          <p:nvSpPr>
            <p:cNvPr id="28" name="矩形 27"/>
            <p:cNvSpPr/>
            <p:nvPr>
              <p:custDataLst>
                <p:tags r:id="rId6"/>
              </p:custDataLst>
            </p:nvPr>
          </p:nvSpPr>
          <p:spPr>
            <a:xfrm>
              <a:off x="5977" y="2821"/>
              <a:ext cx="12650" cy="215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5" tIns="45721" rIns="91445" bIns="45721" rtlCol="0" anchor="ctr">
              <a:noAutofit/>
            </a:bodyPr>
            <a:p>
              <a:pPr algn="ctr"/>
              <a:endParaRPr lang="zh-CN" altLang="en-US" sz="2400">
                <a:solidFill>
                  <a:schemeClr val="lt1"/>
                </a:solidFill>
                <a:latin typeface="微软雅黑" panose="020B0703020204020201" charset="-122"/>
                <a:ea typeface="微软雅黑" panose="020B0703020204020201" charset="-122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7"/>
              </p:custDataLst>
            </p:nvPr>
          </p:nvSpPr>
          <p:spPr>
            <a:xfrm>
              <a:off x="5977" y="2526"/>
              <a:ext cx="12651" cy="6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5" tIns="45721" rIns="91445" bIns="45721" rtlCol="0" anchor="ctr">
              <a:noAutofit/>
            </a:bodyPr>
            <a:p>
              <a:pPr marL="0" indent="0" algn="l">
                <a:lnSpc>
                  <a:spcPct val="100000"/>
                </a:lnSpc>
                <a:buNone/>
              </a:pPr>
              <a:r>
                <a:rPr lang="zh-CN" altLang="en-US" sz="1865" b="1" dirty="0">
                  <a:solidFill>
                    <a:schemeClr val="lt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思源黑体 CN Normal" panose="020B0500000000000000" pitchFamily="34" charset="-122"/>
                </a:rPr>
                <a:t>{{####}}</a:t>
              </a:r>
              <a:endParaRPr lang="zh-CN" altLang="en-US" sz="1865" b="1" dirty="0">
                <a:solidFill>
                  <a:schemeClr val="lt1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思源黑体 CN Normal" panose="020B0500000000000000" pitchFamily="34" charset="-122"/>
              </a:endParaRPr>
            </a:p>
          </p:txBody>
        </p:sp>
        <p:sp>
          <p:nvSpPr>
            <p:cNvPr id="30" name="六边形 29"/>
            <p:cNvSpPr/>
            <p:nvPr>
              <p:custDataLst>
                <p:tags r:id="rId8"/>
              </p:custDataLst>
            </p:nvPr>
          </p:nvSpPr>
          <p:spPr>
            <a:xfrm>
              <a:off x="1897" y="5093"/>
              <a:ext cx="2500" cy="2155"/>
            </a:xfrm>
            <a:prstGeom prst="hexagon">
              <a:avLst/>
            </a:prstGeom>
            <a:blipFill rotWithShape="1"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5" tIns="45721" rIns="91445" bIns="45721" rtlCol="0" anchor="ctr">
              <a:noAutofit/>
            </a:bodyPr>
            <a:p>
              <a:pPr algn="ctr"/>
              <a:endParaRPr lang="zh-CN" altLang="en-US" sz="2665" b="1" dirty="0">
                <a:solidFill>
                  <a:schemeClr val="lt1"/>
                </a:solidFill>
                <a:latin typeface="微软雅黑" panose="020B0703020204020201" charset="-122"/>
                <a:ea typeface="微软雅黑" panose="020B0703020204020201" charset="-122"/>
              </a:endParaRPr>
            </a:p>
          </p:txBody>
        </p:sp>
        <p:cxnSp>
          <p:nvCxnSpPr>
            <p:cNvPr id="31" name="直接箭头连接符 30"/>
            <p:cNvCxnSpPr>
              <a:stCxn id="30" idx="5"/>
              <a:endCxn id="28" idx="1"/>
            </p:cNvCxnSpPr>
            <p:nvPr>
              <p:custDataLst>
                <p:tags r:id="rId10"/>
              </p:custDataLst>
            </p:nvPr>
          </p:nvCxnSpPr>
          <p:spPr>
            <a:xfrm flipV="1">
              <a:off x="3858" y="3898"/>
              <a:ext cx="2119" cy="1195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30" idx="0"/>
              <a:endCxn id="35" idx="1"/>
            </p:cNvCxnSpPr>
            <p:nvPr>
              <p:custDataLst>
                <p:tags r:id="rId11"/>
              </p:custDataLst>
            </p:nvPr>
          </p:nvCxnSpPr>
          <p:spPr>
            <a:xfrm>
              <a:off x="4397" y="6171"/>
              <a:ext cx="1580" cy="19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30" idx="1"/>
              <a:endCxn id="38" idx="1"/>
            </p:cNvCxnSpPr>
            <p:nvPr>
              <p:custDataLst>
                <p:tags r:id="rId12"/>
              </p:custDataLst>
            </p:nvPr>
          </p:nvCxnSpPr>
          <p:spPr>
            <a:xfrm>
              <a:off x="3858" y="7248"/>
              <a:ext cx="2119" cy="1622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>
              <p:custDataLst>
                <p:tags r:id="rId13"/>
              </p:custDataLst>
            </p:nvPr>
          </p:nvSpPr>
          <p:spPr>
            <a:xfrm>
              <a:off x="6095" y="3392"/>
              <a:ext cx="12532" cy="1445"/>
            </a:xfrm>
            <a:prstGeom prst="rect">
              <a:avLst/>
            </a:prstGeom>
            <a:noFill/>
          </p:spPr>
          <p:txBody>
            <a:bodyPr wrap="square" lIns="91445" tIns="45721" rIns="91445" bIns="45721" rtlCol="0">
              <a:noAutofit/>
            </a:bodyPr>
            <a:p>
              <a:pPr algn="l">
                <a:lnSpc>
                  <a:spcPct val="120000"/>
                </a:lnSpc>
              </a:pPr>
              <a:r>
                <a:rPr lang="zh-CN" altLang="en-US" sz="1200" dirty="0" smtClean="0">
                  <a:solidFill>
                    <a:schemeClr val="dk1"/>
                  </a:solidFill>
                  <a:latin typeface="思源黑体 CN Normal" panose="020B0500000000000000" pitchFamily="34" charset="-122"/>
                  <a:ea typeface="思源黑体 CN Normal" panose="020B0500000000000000" pitchFamily="34" charset="-122"/>
                  <a:sym typeface="思源黑体 CN Normal" panose="020B0500000000000000" pitchFamily="34" charset="-122"/>
                </a:rPr>
                <a:t>{{#####}}</a:t>
              </a:r>
              <a:endParaRPr lang="zh-CN" altLang="en-US" sz="1200" dirty="0" smtClean="0">
                <a:solidFill>
                  <a:schemeClr val="dk1"/>
                </a:solidFill>
                <a:latin typeface="思源黑体 CN Normal" panose="020B0500000000000000" pitchFamily="34" charset="-122"/>
                <a:ea typeface="思源黑体 CN Normal" panose="020B0500000000000000" pitchFamily="34" charset="-122"/>
                <a:sym typeface="思源黑体 CN Normal" panose="020B0500000000000000" pitchFamily="34" charset="-122"/>
              </a:endParaRPr>
            </a:p>
          </p:txBody>
        </p:sp>
        <p:sp>
          <p:nvSpPr>
            <p:cNvPr id="35" name="矩形 34"/>
            <p:cNvSpPr/>
            <p:nvPr>
              <p:custDataLst>
                <p:tags r:id="rId14"/>
              </p:custDataLst>
            </p:nvPr>
          </p:nvSpPr>
          <p:spPr>
            <a:xfrm>
              <a:off x="5977" y="5285"/>
              <a:ext cx="12650" cy="215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5" tIns="45721" rIns="91445" bIns="45721" rtlCol="0" anchor="ctr">
              <a:noAutofit/>
            </a:bodyPr>
            <a:p>
              <a:pPr algn="ctr"/>
              <a:endParaRPr lang="zh-CN" altLang="en-US" sz="2400">
                <a:solidFill>
                  <a:schemeClr val="lt1"/>
                </a:solidFill>
                <a:latin typeface="微软雅黑" panose="020B0703020204020201" charset="-122"/>
                <a:ea typeface="微软雅黑" panose="020B0703020204020201" charset="-122"/>
              </a:endParaRPr>
            </a:p>
          </p:txBody>
        </p:sp>
        <p:sp>
          <p:nvSpPr>
            <p:cNvPr id="36" name="矩形 35"/>
            <p:cNvSpPr/>
            <p:nvPr>
              <p:custDataLst>
                <p:tags r:id="rId15"/>
              </p:custDataLst>
            </p:nvPr>
          </p:nvSpPr>
          <p:spPr>
            <a:xfrm>
              <a:off x="5977" y="5090"/>
              <a:ext cx="12651" cy="6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5" tIns="45721" rIns="91445" bIns="45721" rtlCol="0" anchor="ctr">
              <a:noAutofit/>
            </a:bodyPr>
            <a:p>
              <a:pPr marL="0" indent="0" algn="l">
                <a:lnSpc>
                  <a:spcPct val="100000"/>
                </a:lnSpc>
                <a:buNone/>
              </a:pPr>
              <a:r>
                <a:rPr lang="zh-CN" altLang="en-US" sz="1865" b="1" dirty="0">
                  <a:solidFill>
                    <a:schemeClr val="lt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思源黑体 CN Normal" panose="020B0500000000000000" pitchFamily="34" charset="-122"/>
                </a:rPr>
                <a:t>{{####}}</a:t>
              </a:r>
              <a:endParaRPr lang="zh-CN" altLang="en-US" sz="1865" b="1" dirty="0">
                <a:solidFill>
                  <a:schemeClr val="lt1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思源黑体 CN Normal" panose="020B0500000000000000" pitchFamily="34" charset="-122"/>
              </a:endParaRPr>
            </a:p>
          </p:txBody>
        </p:sp>
        <p:sp>
          <p:nvSpPr>
            <p:cNvPr id="37" name="TextBox 36"/>
            <p:cNvSpPr txBox="1"/>
            <p:nvPr>
              <p:custDataLst>
                <p:tags r:id="rId16"/>
              </p:custDataLst>
            </p:nvPr>
          </p:nvSpPr>
          <p:spPr>
            <a:xfrm>
              <a:off x="6095" y="5893"/>
              <a:ext cx="12532" cy="1445"/>
            </a:xfrm>
            <a:prstGeom prst="rect">
              <a:avLst/>
            </a:prstGeom>
            <a:noFill/>
          </p:spPr>
          <p:txBody>
            <a:bodyPr wrap="square" lIns="91445" tIns="45721" rIns="91445" bIns="45721" rtlCol="0">
              <a:noAutofit/>
            </a:bodyPr>
            <a:p>
              <a:pPr algn="l">
                <a:lnSpc>
                  <a:spcPct val="120000"/>
                </a:lnSpc>
              </a:pPr>
              <a:r>
                <a:rPr lang="zh-CN" altLang="en-US" sz="1200" dirty="0" smtClean="0">
                  <a:solidFill>
                    <a:schemeClr val="dk1"/>
                  </a:solidFill>
                  <a:latin typeface="思源黑体 CN Normal" panose="020B0500000000000000" pitchFamily="34" charset="-122"/>
                  <a:ea typeface="思源黑体 CN Normal" panose="020B0500000000000000" pitchFamily="34" charset="-122"/>
                  <a:sym typeface="思源黑体 CN Normal" panose="020B0500000000000000" pitchFamily="34" charset="-122"/>
                </a:rPr>
                <a:t>{{#####}}</a:t>
              </a:r>
              <a:endParaRPr lang="zh-CN" altLang="en-US" sz="1200" dirty="0" smtClean="0">
                <a:solidFill>
                  <a:schemeClr val="dk1"/>
                </a:solidFill>
                <a:latin typeface="思源黑体 CN Normal" panose="020B0500000000000000" pitchFamily="34" charset="-122"/>
                <a:ea typeface="思源黑体 CN Normal" panose="020B0500000000000000" pitchFamily="34" charset="-122"/>
                <a:sym typeface="思源黑体 CN Normal" panose="020B0500000000000000" pitchFamily="34" charset="-122"/>
              </a:endParaRPr>
            </a:p>
          </p:txBody>
        </p:sp>
        <p:sp>
          <p:nvSpPr>
            <p:cNvPr id="38" name="矩形 37"/>
            <p:cNvSpPr/>
            <p:nvPr>
              <p:custDataLst>
                <p:tags r:id="rId17"/>
              </p:custDataLst>
            </p:nvPr>
          </p:nvSpPr>
          <p:spPr>
            <a:xfrm>
              <a:off x="5977" y="7793"/>
              <a:ext cx="12650" cy="215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5" tIns="45721" rIns="91445" bIns="45721" rtlCol="0" anchor="ctr">
              <a:noAutofit/>
            </a:bodyPr>
            <a:p>
              <a:pPr algn="ctr"/>
              <a:endParaRPr lang="zh-CN" altLang="en-US" sz="2400">
                <a:solidFill>
                  <a:schemeClr val="lt1"/>
                </a:solidFill>
                <a:latin typeface="微软雅黑" panose="020B0703020204020201" charset="-122"/>
                <a:ea typeface="微软雅黑" panose="020B0703020204020201" charset="-122"/>
              </a:endParaRPr>
            </a:p>
          </p:txBody>
        </p:sp>
        <p:sp>
          <p:nvSpPr>
            <p:cNvPr id="39" name="矩形 38"/>
            <p:cNvSpPr/>
            <p:nvPr>
              <p:custDataLst>
                <p:tags r:id="rId18"/>
              </p:custDataLst>
            </p:nvPr>
          </p:nvSpPr>
          <p:spPr>
            <a:xfrm>
              <a:off x="5977" y="7576"/>
              <a:ext cx="12650" cy="6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5" tIns="45721" rIns="91445" bIns="45721" rtlCol="0" anchor="ctr">
              <a:noAutofit/>
            </a:bodyPr>
            <a:p>
              <a:pPr marL="0" indent="0" algn="l">
                <a:lnSpc>
                  <a:spcPct val="100000"/>
                </a:lnSpc>
                <a:buNone/>
              </a:pPr>
              <a:r>
                <a:rPr lang="zh-CN" altLang="en-US" sz="1865" b="1" dirty="0">
                  <a:solidFill>
                    <a:schemeClr val="lt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思源黑体 CN Normal" panose="020B0500000000000000" pitchFamily="34" charset="-122"/>
                </a:rPr>
                <a:t>{{####}}</a:t>
              </a:r>
              <a:endParaRPr lang="zh-CN" altLang="en-US" sz="1865" b="1" dirty="0">
                <a:solidFill>
                  <a:schemeClr val="lt1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思源黑体 CN Normal" panose="020B0500000000000000" pitchFamily="34" charset="-122"/>
              </a:endParaRPr>
            </a:p>
          </p:txBody>
        </p:sp>
        <p:sp>
          <p:nvSpPr>
            <p:cNvPr id="40" name="TextBox 39"/>
            <p:cNvSpPr txBox="1"/>
            <p:nvPr>
              <p:custDataLst>
                <p:tags r:id="rId19"/>
              </p:custDataLst>
            </p:nvPr>
          </p:nvSpPr>
          <p:spPr>
            <a:xfrm>
              <a:off x="6095" y="8401"/>
              <a:ext cx="12532" cy="1445"/>
            </a:xfrm>
            <a:prstGeom prst="rect">
              <a:avLst/>
            </a:prstGeom>
            <a:noFill/>
          </p:spPr>
          <p:txBody>
            <a:bodyPr wrap="square" lIns="91445" tIns="45721" rIns="91445" bIns="45721" rtlCol="0">
              <a:noAutofit/>
            </a:bodyPr>
            <a:p>
              <a:pPr algn="l">
                <a:lnSpc>
                  <a:spcPct val="120000"/>
                </a:lnSpc>
              </a:pPr>
              <a:r>
                <a:rPr lang="zh-CN" altLang="en-US" sz="1200" dirty="0" smtClean="0">
                  <a:solidFill>
                    <a:schemeClr val="dk1"/>
                  </a:solidFill>
                  <a:latin typeface="思源黑体 CN Normal" panose="020B0500000000000000" pitchFamily="34" charset="-122"/>
                  <a:ea typeface="思源黑体 CN Normal" panose="020B0500000000000000" pitchFamily="34" charset="-122"/>
                  <a:sym typeface="思源黑体 CN Normal" panose="020B0500000000000000" pitchFamily="34" charset="-122"/>
                </a:rPr>
                <a:t>{{#####}}</a:t>
              </a:r>
              <a:endParaRPr lang="zh-CN" altLang="en-US" sz="1200" dirty="0" smtClean="0">
                <a:solidFill>
                  <a:schemeClr val="dk1"/>
                </a:solidFill>
                <a:latin typeface="思源黑体 CN Normal" panose="020B0500000000000000" pitchFamily="34" charset="-122"/>
                <a:ea typeface="思源黑体 CN Normal" panose="020B0500000000000000" pitchFamily="34" charset="-122"/>
                <a:sym typeface="思源黑体 CN Normal" panose="020B0500000000000000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7" name="组合 16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18" name="图片 17" descr="13备份 1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>
              <p:custDataLst>
                <p:tags r:id="rId3"/>
              </p:custDataLst>
            </p:nvPr>
          </p:nvSpPr>
          <p:spPr>
            <a:xfrm>
              <a:off x="1514" y="356"/>
              <a:ext cx="14037" cy="87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/>
              <a:r>
                <a:rPr lang="zh-CN" altLang="en-US" sz="2000" b="1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rPr>
                <a:t>{{###}}</a:t>
              </a:r>
              <a:endParaRPr lang="zh-CN" altLang="en-US" sz="2000" b="1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lt"/>
              </a:endParaRPr>
            </a:p>
          </p:txBody>
        </p:sp>
        <p:pic>
          <p:nvPicPr>
            <p:cNvPr id="16" name="图片 15" descr="消防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8" y="356"/>
              <a:ext cx="836" cy="984"/>
            </a:xfrm>
            <a:prstGeom prst="rect">
              <a:avLst/>
            </a:prstGeom>
          </p:spPr>
        </p:pic>
      </p:grpSp>
      <p:grpSp>
        <p:nvGrpSpPr>
          <p:cNvPr id="45" name="组合 44"/>
          <p:cNvGrpSpPr/>
          <p:nvPr/>
        </p:nvGrpSpPr>
        <p:grpSpPr>
          <a:xfrm>
            <a:off x="360045" y="1670050"/>
            <a:ext cx="11471910" cy="4584065"/>
            <a:chOff x="887" y="2630"/>
            <a:chExt cx="18066" cy="7219"/>
          </a:xfrm>
        </p:grpSpPr>
        <p:cxnSp>
          <p:nvCxnSpPr>
            <p:cNvPr id="46" name="直接连接符 45"/>
            <p:cNvCxnSpPr/>
            <p:nvPr>
              <p:custDataLst>
                <p:tags r:id="rId6"/>
              </p:custDataLst>
            </p:nvPr>
          </p:nvCxnSpPr>
          <p:spPr>
            <a:xfrm>
              <a:off x="7665" y="3613"/>
              <a:ext cx="0" cy="4650"/>
            </a:xfrm>
            <a:prstGeom prst="line">
              <a:avLst/>
            </a:prstGeom>
            <a:gradFill>
              <a:gsLst>
                <a:gs pos="0">
                  <a:srgbClr val="4DC0C0"/>
                </a:gs>
                <a:gs pos="80000">
                  <a:srgbClr val="265E7F"/>
                </a:gs>
              </a:gsLst>
              <a:lin ang="4200000" scaled="0"/>
            </a:gradFill>
            <a:ln w="12700" cap="rnd">
              <a:solidFill>
                <a:schemeClr val="accent1"/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菱形 46"/>
            <p:cNvSpPr/>
            <p:nvPr>
              <p:custDataLst>
                <p:tags r:id="rId7"/>
              </p:custDataLst>
            </p:nvPr>
          </p:nvSpPr>
          <p:spPr>
            <a:xfrm>
              <a:off x="7371" y="3314"/>
              <a:ext cx="589" cy="589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8" name="菱形 47"/>
            <p:cNvSpPr/>
            <p:nvPr>
              <p:custDataLst>
                <p:tags r:id="rId8"/>
              </p:custDataLst>
            </p:nvPr>
          </p:nvSpPr>
          <p:spPr>
            <a:xfrm>
              <a:off x="7371" y="5639"/>
              <a:ext cx="589" cy="589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49" name="组合 48"/>
            <p:cNvGrpSpPr/>
            <p:nvPr/>
          </p:nvGrpSpPr>
          <p:grpSpPr>
            <a:xfrm>
              <a:off x="8690" y="7790"/>
              <a:ext cx="936" cy="936"/>
              <a:chOff x="9908" y="7790"/>
              <a:chExt cx="936" cy="936"/>
            </a:xfrm>
          </p:grpSpPr>
          <p:sp>
            <p:nvSpPr>
              <p:cNvPr id="50" name="泪滴形 49"/>
              <p:cNvSpPr/>
              <p:nvPr>
                <p:custDataLst>
                  <p:tags r:id="rId9"/>
                </p:custDataLst>
              </p:nvPr>
            </p:nvSpPr>
            <p:spPr>
              <a:xfrm>
                <a:off x="9908" y="7790"/>
                <a:ext cx="937" cy="937"/>
              </a:xfrm>
              <a:prstGeom prst="teardrop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Regular" panose="020B0500000000000000" charset="-122"/>
                  <a:ea typeface="Source Han Sans CN Regular" panose="020B0500000000000000" charset="-122"/>
                  <a:cs typeface="+mn-ea"/>
                  <a:sym typeface="+mn-lt"/>
                </a:endParaRPr>
              </a:p>
            </p:txBody>
          </p:sp>
          <p:sp>
            <p:nvSpPr>
              <p:cNvPr id="51" name="文本框 50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9982" y="7944"/>
                <a:ext cx="838" cy="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>
                <a:noAutofit/>
              </a:bodyPr>
              <a:lstStyle>
                <a:defPPr>
                  <a:defRPr lang="zh-CN"/>
                </a:defPPr>
                <a:lvl1pPr lvl="0" algn="ctr">
                  <a:spcBef>
                    <a:spcPct val="0"/>
                  </a:spcBef>
                  <a:buSzPct val="25000"/>
                  <a:defRPr sz="2000" b="1">
                    <a:solidFill>
                      <a:schemeClr val="bg1"/>
                    </a:solidFill>
                    <a:latin typeface="思源黑体 CN Medium" panose="020B0500000000000000" pitchFamily="34" charset="-122"/>
                    <a:ea typeface="思源黑体 CN Medium" panose="020B0500000000000000" pitchFamily="34" charset="-122"/>
                    <a:cs typeface="+mn-ea"/>
                  </a:defRPr>
                </a:lvl1pPr>
              </a:lstStyle>
              <a:p>
                <a:r>
                  <a:rPr lang="en-US" altLang="zh-CN" sz="1800" dirty="0">
                    <a:latin typeface="Source Han Sans CN Regular" panose="020B0500000000000000" charset="-122"/>
                    <a:ea typeface="Source Han Sans CN Regular" panose="020B0500000000000000" charset="-122"/>
                    <a:sym typeface="+mn-lt"/>
                  </a:rPr>
                  <a:t>03</a:t>
                </a:r>
                <a:endParaRPr lang="en-US" altLang="zh-CN" sz="1800" dirty="0">
                  <a:latin typeface="Source Han Sans CN Regular" panose="020B0500000000000000" charset="-122"/>
                  <a:ea typeface="Source Han Sans CN Regular" panose="020B0500000000000000" charset="-122"/>
                  <a:sym typeface="+mn-lt"/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8690" y="5472"/>
              <a:ext cx="936" cy="936"/>
              <a:chOff x="9908" y="5472"/>
              <a:chExt cx="936" cy="936"/>
            </a:xfrm>
          </p:grpSpPr>
          <p:sp>
            <p:nvSpPr>
              <p:cNvPr id="53" name="泪滴形 52"/>
              <p:cNvSpPr/>
              <p:nvPr>
                <p:custDataLst>
                  <p:tags r:id="rId11"/>
                </p:custDataLst>
              </p:nvPr>
            </p:nvSpPr>
            <p:spPr>
              <a:xfrm>
                <a:off x="9908" y="5472"/>
                <a:ext cx="937" cy="937"/>
              </a:xfrm>
              <a:prstGeom prst="teardrop">
                <a:avLst/>
              </a:prstGeom>
              <a:solidFill>
                <a:schemeClr val="accent1">
                  <a:alpha val="8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Regular" panose="020B0500000000000000" charset="-122"/>
                  <a:ea typeface="Source Han Sans CN Regular" panose="020B0500000000000000" charset="-122"/>
                  <a:cs typeface="+mn-ea"/>
                  <a:sym typeface="+mn-lt"/>
                </a:endParaRPr>
              </a:p>
            </p:txBody>
          </p:sp>
          <p:sp>
            <p:nvSpPr>
              <p:cNvPr id="54" name="文本框 53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9965" y="5629"/>
                <a:ext cx="838" cy="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>
                <a:noAutofit/>
              </a:bodyPr>
              <a:lstStyle>
                <a:defPPr>
                  <a:defRPr lang="zh-CN"/>
                </a:defPPr>
                <a:lvl1pPr lvl="0" algn="ctr">
                  <a:spcBef>
                    <a:spcPct val="0"/>
                  </a:spcBef>
                  <a:buSzPct val="25000"/>
                  <a:defRPr sz="2000" b="1">
                    <a:solidFill>
                      <a:schemeClr val="bg1"/>
                    </a:solidFill>
                    <a:latin typeface="思源黑体 CN Medium" panose="020B0500000000000000" pitchFamily="34" charset="-122"/>
                    <a:ea typeface="思源黑体 CN Medium" panose="020B0500000000000000" pitchFamily="34" charset="-122"/>
                    <a:cs typeface="+mn-ea"/>
                  </a:defRPr>
                </a:lvl1pPr>
              </a:lstStyle>
              <a:p>
                <a:r>
                  <a:rPr lang="en-US" altLang="zh-CN" sz="1800" dirty="0">
                    <a:latin typeface="Source Han Sans CN Regular" panose="020B0500000000000000" charset="-122"/>
                    <a:ea typeface="Source Han Sans CN Regular" panose="020B0500000000000000" charset="-122"/>
                    <a:sym typeface="+mn-lt"/>
                  </a:rPr>
                  <a:t>02</a:t>
                </a:r>
                <a:endParaRPr lang="en-US" altLang="zh-CN" sz="1800" dirty="0">
                  <a:latin typeface="Source Han Sans CN Regular" panose="020B0500000000000000" charset="-122"/>
                  <a:ea typeface="Source Han Sans CN Regular" panose="020B0500000000000000" charset="-122"/>
                  <a:sym typeface="+mn-lt"/>
                </a:endParaRPr>
              </a:p>
            </p:txBody>
          </p:sp>
        </p:grpSp>
        <p:grpSp>
          <p:nvGrpSpPr>
            <p:cNvPr id="55" name="组合 54"/>
            <p:cNvGrpSpPr/>
            <p:nvPr/>
          </p:nvGrpSpPr>
          <p:grpSpPr>
            <a:xfrm>
              <a:off x="8690" y="3140"/>
              <a:ext cx="936" cy="936"/>
              <a:chOff x="9908" y="3140"/>
              <a:chExt cx="936" cy="936"/>
            </a:xfrm>
          </p:grpSpPr>
          <p:sp>
            <p:nvSpPr>
              <p:cNvPr id="56" name="泪滴形 55"/>
              <p:cNvSpPr/>
              <p:nvPr>
                <p:custDataLst>
                  <p:tags r:id="rId13"/>
                </p:custDataLst>
              </p:nvPr>
            </p:nvSpPr>
            <p:spPr>
              <a:xfrm>
                <a:off x="9908" y="3140"/>
                <a:ext cx="937" cy="937"/>
              </a:xfrm>
              <a:prstGeom prst="teardrop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Regular" panose="020B0500000000000000" charset="-122"/>
                  <a:ea typeface="Source Han Sans CN Regular" panose="020B0500000000000000" charset="-122"/>
                  <a:cs typeface="+mn-ea"/>
                  <a:sym typeface="+mn-lt"/>
                </a:endParaRPr>
              </a:p>
            </p:txBody>
          </p:sp>
          <p:sp>
            <p:nvSpPr>
              <p:cNvPr id="57" name="文本框 56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9965" y="3312"/>
                <a:ext cx="838" cy="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>
                <a:noAutofit/>
              </a:bodyPr>
              <a:lstStyle>
                <a:defPPr>
                  <a:defRPr lang="zh-CN"/>
                </a:defPPr>
                <a:lvl1pPr lvl="0" algn="ctr">
                  <a:spcBef>
                    <a:spcPct val="0"/>
                  </a:spcBef>
                  <a:buSzPct val="25000"/>
                  <a:defRPr sz="2000" b="1">
                    <a:solidFill>
                      <a:schemeClr val="bg1"/>
                    </a:solidFill>
                    <a:latin typeface="思源黑体 CN Medium" panose="020B0500000000000000" pitchFamily="34" charset="-122"/>
                    <a:ea typeface="思源黑体 CN Medium" panose="020B0500000000000000" pitchFamily="34" charset="-122"/>
                    <a:cs typeface="+mn-ea"/>
                  </a:defRPr>
                </a:lvl1pPr>
              </a:lstStyle>
              <a:p>
                <a:r>
                  <a:rPr lang="en-US" altLang="zh-CN" sz="1800" dirty="0">
                    <a:latin typeface="Source Han Sans CN Regular" panose="020B0500000000000000" charset="-122"/>
                    <a:ea typeface="Source Han Sans CN Regular" panose="020B0500000000000000" charset="-122"/>
                    <a:sym typeface="+mn-lt"/>
                  </a:rPr>
                  <a:t>01</a:t>
                </a:r>
                <a:endParaRPr lang="en-US" altLang="zh-CN" sz="1800" dirty="0">
                  <a:latin typeface="Source Han Sans CN Regular" panose="020B0500000000000000" charset="-122"/>
                  <a:ea typeface="Source Han Sans CN Regular" panose="020B0500000000000000" charset="-122"/>
                  <a:sym typeface="+mn-lt"/>
                </a:endParaRPr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9899" y="2630"/>
              <a:ext cx="9055" cy="2137"/>
              <a:chOff x="7893" y="3087"/>
              <a:chExt cx="8010" cy="1890"/>
            </a:xfrm>
          </p:grpSpPr>
          <p:sp>
            <p:nvSpPr>
              <p:cNvPr id="59" name="TextBox 6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7893" y="3834"/>
                <a:ext cx="8010" cy="1143"/>
              </a:xfrm>
              <a:prstGeom prst="rect">
                <a:avLst/>
              </a:prstGeom>
              <a:noFill/>
            </p:spPr>
            <p:txBody>
              <a:bodyPr wrap="square" lIns="219419" tIns="109710" rIns="219419" bIns="109710" rtlCol="0">
                <a:noAutofit/>
              </a:bodyPr>
              <a:p>
                <a:pPr algn="l">
                  <a:lnSpc>
                    <a:spcPct val="120000"/>
                  </a:lnSpc>
                </a:pPr>
                <a:r>
                  <a:rPr lang="zh-CN" altLang="en-US" sz="1200" dirty="0" smtClean="0">
                    <a:latin typeface="思源黑体 CN Normal" panose="020B0500000000000000" pitchFamily="34" charset="-122"/>
                    <a:ea typeface="思源黑体 CN Normal" panose="020B0500000000000000" pitchFamily="34" charset="-122"/>
                    <a:sym typeface="思源黑体 CN Normal" panose="020B0500000000000000" pitchFamily="34" charset="-122"/>
                  </a:rPr>
                  <a:t>{{#####}}</a:t>
                </a:r>
                <a:endParaRPr lang="zh-CN" altLang="en-US" sz="1200" dirty="0">
                  <a:solidFill>
                    <a:schemeClr val="tx1"/>
                  </a:solidFill>
                  <a:latin typeface="思源黑体 CN" panose="020B0500000000000000" charset="-122"/>
                  <a:ea typeface="思源黑体 CN" panose="020B0500000000000000" charset="-122"/>
                  <a:cs typeface="+mn-ea"/>
                  <a:sym typeface="+mn-lt"/>
                </a:endParaRPr>
              </a:p>
            </p:txBody>
          </p:sp>
          <p:sp>
            <p:nvSpPr>
              <p:cNvPr id="60" name="TextBox 8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7905" y="3087"/>
                <a:ext cx="7986" cy="749"/>
              </a:xfrm>
              <a:prstGeom prst="rect">
                <a:avLst/>
              </a:prstGeom>
              <a:noFill/>
            </p:spPr>
            <p:txBody>
              <a:bodyPr wrap="square" lIns="182843" tIns="91422" rIns="182843" bIns="91422" rtlCol="0">
                <a:noAutofit/>
              </a:bodyPr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zh-CN" altLang="en-US" sz="1600" b="1" dirty="0">
                    <a:latin typeface="Source Han Sans CN Bold" panose="020B0500000000000000" charset="-122"/>
                    <a:ea typeface="Source Han Sans CN Bold" panose="020B0500000000000000" charset="-122"/>
                    <a:cs typeface="+mn-ea"/>
                    <a:sym typeface="思源黑体 CN Normal" panose="020B0500000000000000" pitchFamily="34" charset="-122"/>
                  </a:rPr>
                  <a:t>{{####}}</a:t>
                </a:r>
                <a:endParaRPr lang="zh-CN" altLang="en-US" sz="1600" b="1" dirty="0">
                  <a:solidFill>
                    <a:schemeClr val="tx1"/>
                  </a:solidFill>
                  <a:latin typeface="思源黑体 CN" panose="020B0500000000000000" charset="-122"/>
                  <a:ea typeface="思源黑体 CN" panose="020B0500000000000000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61" name="矩形 60"/>
            <p:cNvSpPr/>
            <p:nvPr>
              <p:custDataLst>
                <p:tags r:id="rId17"/>
              </p:custDataLst>
            </p:nvPr>
          </p:nvSpPr>
          <p:spPr>
            <a:xfrm>
              <a:off x="887" y="3312"/>
              <a:ext cx="5972" cy="5158"/>
            </a:xfrm>
            <a:prstGeom prst="rect">
              <a:avLst/>
            </a:prstGeom>
            <a:blipFill dpi="0" rotWithShape="1">
              <a:blip r:embed="rId18" cstate="print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sz="2000" dirty="0">
                <a:solidFill>
                  <a:srgbClr val="404040"/>
                </a:solidFill>
                <a:latin typeface="微软雅黑" panose="020B0703020204020201" charset="-122"/>
                <a:ea typeface="微软雅黑" panose="020B0703020204020201" charset="-122"/>
              </a:endParaRPr>
            </a:p>
          </p:txBody>
        </p:sp>
        <p:sp>
          <p:nvSpPr>
            <p:cNvPr id="62" name="菱形 61"/>
            <p:cNvSpPr/>
            <p:nvPr>
              <p:custDataLst>
                <p:tags r:id="rId19"/>
              </p:custDataLst>
            </p:nvPr>
          </p:nvSpPr>
          <p:spPr>
            <a:xfrm>
              <a:off x="7371" y="7965"/>
              <a:ext cx="589" cy="589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63" name="组合 62"/>
            <p:cNvGrpSpPr/>
            <p:nvPr/>
          </p:nvGrpSpPr>
          <p:grpSpPr>
            <a:xfrm>
              <a:off x="9899" y="5172"/>
              <a:ext cx="9055" cy="2137"/>
              <a:chOff x="7893" y="3087"/>
              <a:chExt cx="8010" cy="1890"/>
            </a:xfrm>
          </p:grpSpPr>
          <p:sp>
            <p:nvSpPr>
              <p:cNvPr id="64" name="TextBox 6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7893" y="3834"/>
                <a:ext cx="8010" cy="1143"/>
              </a:xfrm>
              <a:prstGeom prst="rect">
                <a:avLst/>
              </a:prstGeom>
              <a:noFill/>
            </p:spPr>
            <p:txBody>
              <a:bodyPr wrap="square" lIns="219419" tIns="109710" rIns="219419" bIns="109710" rtlCol="0">
                <a:noAutofit/>
              </a:bodyPr>
              <a:p>
                <a:pPr algn="l">
                  <a:lnSpc>
                    <a:spcPct val="120000"/>
                  </a:lnSpc>
                </a:pPr>
                <a:r>
                  <a:rPr lang="zh-CN" altLang="en-US" sz="1200" dirty="0" smtClean="0">
                    <a:latin typeface="思源黑体 CN Normal" panose="020B0500000000000000" pitchFamily="34" charset="-122"/>
                    <a:ea typeface="思源黑体 CN Normal" panose="020B0500000000000000" pitchFamily="34" charset="-122"/>
                    <a:sym typeface="思源黑体 CN Normal" panose="020B0500000000000000" pitchFamily="34" charset="-122"/>
                  </a:rPr>
                  <a:t>{{#####}}</a:t>
                </a:r>
                <a:endParaRPr lang="zh-CN" altLang="en-US" sz="1200" dirty="0">
                  <a:solidFill>
                    <a:schemeClr val="tx1"/>
                  </a:solidFill>
                  <a:latin typeface="思源黑体 CN" panose="020B0500000000000000" charset="-122"/>
                  <a:ea typeface="思源黑体 CN" panose="020B0500000000000000" charset="-122"/>
                  <a:cs typeface="+mn-ea"/>
                  <a:sym typeface="+mn-lt"/>
                </a:endParaRPr>
              </a:p>
            </p:txBody>
          </p:sp>
          <p:sp>
            <p:nvSpPr>
              <p:cNvPr id="65" name="TextBox 8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7905" y="3087"/>
                <a:ext cx="7986" cy="749"/>
              </a:xfrm>
              <a:prstGeom prst="rect">
                <a:avLst/>
              </a:prstGeom>
              <a:noFill/>
            </p:spPr>
            <p:txBody>
              <a:bodyPr wrap="square" lIns="182843" tIns="91422" rIns="182843" bIns="91422" rtlCol="0">
                <a:noAutofit/>
              </a:bodyPr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zh-CN" altLang="en-US" sz="1600" b="1" dirty="0">
                    <a:latin typeface="Source Han Sans CN Bold" panose="020B0500000000000000" charset="-122"/>
                    <a:ea typeface="Source Han Sans CN Bold" panose="020B0500000000000000" charset="-122"/>
                    <a:cs typeface="+mn-ea"/>
                    <a:sym typeface="思源黑体 CN Normal" panose="020B0500000000000000" pitchFamily="34" charset="-122"/>
                  </a:rPr>
                  <a:t>{{####}}</a:t>
                </a:r>
                <a:endParaRPr lang="zh-CN" altLang="en-US" sz="1600" b="1" dirty="0">
                  <a:solidFill>
                    <a:schemeClr val="tx1"/>
                  </a:solidFill>
                  <a:latin typeface="思源黑体 CN" panose="020B0500000000000000" charset="-122"/>
                  <a:ea typeface="思源黑体 CN" panose="020B0500000000000000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9899" y="7713"/>
              <a:ext cx="9055" cy="2137"/>
              <a:chOff x="7893" y="3087"/>
              <a:chExt cx="8010" cy="1890"/>
            </a:xfrm>
          </p:grpSpPr>
          <p:sp>
            <p:nvSpPr>
              <p:cNvPr id="67" name="TextBox 6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7893" y="3834"/>
                <a:ext cx="8010" cy="1143"/>
              </a:xfrm>
              <a:prstGeom prst="rect">
                <a:avLst/>
              </a:prstGeom>
              <a:noFill/>
            </p:spPr>
            <p:txBody>
              <a:bodyPr wrap="square" lIns="219419" tIns="109710" rIns="219419" bIns="109710" rtlCol="0">
                <a:noAutofit/>
              </a:bodyPr>
              <a:p>
                <a:pPr algn="l">
                  <a:lnSpc>
                    <a:spcPct val="120000"/>
                  </a:lnSpc>
                </a:pPr>
                <a:r>
                  <a:rPr lang="zh-CN" altLang="en-US" sz="1200" dirty="0" smtClean="0">
                    <a:latin typeface="思源黑体 CN Normal" panose="020B0500000000000000" pitchFamily="34" charset="-122"/>
                    <a:ea typeface="思源黑体 CN Normal" panose="020B0500000000000000" pitchFamily="34" charset="-122"/>
                    <a:sym typeface="思源黑体 CN Normal" panose="020B0500000000000000" pitchFamily="34" charset="-122"/>
                  </a:rPr>
                  <a:t>{{#####}}</a:t>
                </a:r>
                <a:endParaRPr lang="zh-CN" altLang="en-US" sz="1200" dirty="0">
                  <a:solidFill>
                    <a:schemeClr val="tx1"/>
                  </a:solidFill>
                  <a:latin typeface="思源黑体 CN" panose="020B0500000000000000" charset="-122"/>
                  <a:ea typeface="思源黑体 CN" panose="020B0500000000000000" charset="-122"/>
                  <a:cs typeface="+mn-ea"/>
                  <a:sym typeface="+mn-lt"/>
                </a:endParaRPr>
              </a:p>
            </p:txBody>
          </p:sp>
          <p:sp>
            <p:nvSpPr>
              <p:cNvPr id="68" name="TextBox 8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7905" y="3087"/>
                <a:ext cx="7986" cy="749"/>
              </a:xfrm>
              <a:prstGeom prst="rect">
                <a:avLst/>
              </a:prstGeom>
              <a:noFill/>
            </p:spPr>
            <p:txBody>
              <a:bodyPr wrap="square" lIns="182843" tIns="91422" rIns="182843" bIns="91422" rtlCol="0">
                <a:noAutofit/>
              </a:bodyPr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zh-CN" altLang="en-US" sz="1600" b="1" dirty="0">
                    <a:latin typeface="Source Han Sans CN Bold" panose="020B0500000000000000" charset="-122"/>
                    <a:ea typeface="Source Han Sans CN Bold" panose="020B0500000000000000" charset="-122"/>
                    <a:cs typeface="+mn-ea"/>
                    <a:sym typeface="思源黑体 CN Normal" panose="020B0500000000000000" pitchFamily="34" charset="-122"/>
                  </a:rPr>
                  <a:t>{{####}}</a:t>
                </a:r>
                <a:endParaRPr lang="zh-CN" altLang="en-US" sz="1600" b="1" dirty="0">
                  <a:solidFill>
                    <a:schemeClr val="tx1"/>
                  </a:solidFill>
                  <a:latin typeface="思源黑体 CN" panose="020B0500000000000000" charset="-122"/>
                  <a:ea typeface="思源黑体 CN" panose="020B0500000000000000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7" name="组合 16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6" name="图片 5" descr="13备份 1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>
              <p:custDataLst>
                <p:tags r:id="rId3"/>
              </p:custDataLst>
            </p:nvPr>
          </p:nvSpPr>
          <p:spPr>
            <a:xfrm>
              <a:off x="1514" y="356"/>
              <a:ext cx="14037" cy="87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/>
              <a:r>
                <a:rPr lang="zh-CN" altLang="en-US" sz="2000" b="1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rPr>
                <a:t>{{###}}</a:t>
              </a:r>
              <a:endParaRPr lang="zh-CN" altLang="en-US" sz="2000" b="1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lt"/>
              </a:endParaRPr>
            </a:p>
          </p:txBody>
        </p:sp>
        <p:pic>
          <p:nvPicPr>
            <p:cNvPr id="20" name="图片 19" descr="消防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8" y="356"/>
              <a:ext cx="836" cy="984"/>
            </a:xfrm>
            <a:prstGeom prst="rect">
              <a:avLst/>
            </a:prstGeom>
          </p:spPr>
        </p:pic>
      </p:grpSp>
      <p:grpSp>
        <p:nvGrpSpPr>
          <p:cNvPr id="21" name="组合 20"/>
          <p:cNvGrpSpPr/>
          <p:nvPr/>
        </p:nvGrpSpPr>
        <p:grpSpPr>
          <a:xfrm>
            <a:off x="384175" y="1424940"/>
            <a:ext cx="11037570" cy="4794885"/>
            <a:chOff x="605" y="2244"/>
            <a:chExt cx="17382" cy="7551"/>
          </a:xfrm>
        </p:grpSpPr>
        <p:grpSp>
          <p:nvGrpSpPr>
            <p:cNvPr id="8" name="组合 7"/>
            <p:cNvGrpSpPr/>
            <p:nvPr/>
          </p:nvGrpSpPr>
          <p:grpSpPr>
            <a:xfrm>
              <a:off x="12235" y="2855"/>
              <a:ext cx="5752" cy="5752"/>
              <a:chOff x="12235" y="2855"/>
              <a:chExt cx="5752" cy="5752"/>
            </a:xfrm>
          </p:grpSpPr>
          <p:grpSp>
            <p:nvGrpSpPr>
              <p:cNvPr id="75" name="组合 74"/>
              <p:cNvGrpSpPr/>
              <p:nvPr/>
            </p:nvGrpSpPr>
            <p:grpSpPr>
              <a:xfrm rot="0">
                <a:off x="12235" y="2855"/>
                <a:ext cx="5753" cy="5753"/>
                <a:chOff x="1111169" y="1643606"/>
                <a:chExt cx="3900669" cy="3900667"/>
              </a:xfrm>
            </p:grpSpPr>
            <p:sp>
              <p:nvSpPr>
                <p:cNvPr id="76" name="椭圆 75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305257" y="1666755"/>
                  <a:ext cx="211024" cy="211024"/>
                </a:xfrm>
                <a:prstGeom prst="ellipse">
                  <a:avLst/>
                </a:prstGeom>
                <a:solidFill>
                  <a:schemeClr val="accent2">
                    <a:alpha val="65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762000" sx="98000" sy="98000" algn="ct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" panose="02020900000000000000" pitchFamily="18" charset="-122"/>
                    <a:ea typeface="思源宋体 CN" panose="02020900000000000000" pitchFamily="18" charset="-122"/>
                    <a:cs typeface="+mn-ea"/>
                  </a:endParaRPr>
                </a:p>
              </p:txBody>
            </p:sp>
            <p:sp>
              <p:nvSpPr>
                <p:cNvPr id="77" name="椭圆 76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111169" y="1643606"/>
                  <a:ext cx="3900669" cy="3900667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762000" sx="95000" sy="95000" algn="ctr" rotWithShape="0">
                    <a:sysClr val="window" lastClr="FFFFFF">
                      <a:lumMod val="50000"/>
                      <a:alpha val="15000"/>
                    </a:sysClr>
                  </a:outerShdw>
                </a:effectLst>
              </p:spPr>
              <p:txBody>
                <a:bodyPr rtlCol="0" anchor="ctr"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" panose="02020900000000000000" pitchFamily="18" charset="-122"/>
                    <a:ea typeface="思源宋体 CN" panose="02020900000000000000" pitchFamily="18" charset="-122"/>
                    <a:cs typeface="+mn-ea"/>
                  </a:endParaRPr>
                </a:p>
              </p:txBody>
            </p:sp>
            <p:sp>
              <p:nvSpPr>
                <p:cNvPr id="78" name="椭圆 77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4653024" y="5058138"/>
                  <a:ext cx="243068" cy="243068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762000" sx="98000" sy="98000" algn="ct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" panose="02020900000000000000" pitchFamily="18" charset="-122"/>
                    <a:ea typeface="思源宋体 CN" panose="02020900000000000000" pitchFamily="18" charset="-122"/>
                    <a:cs typeface="+mn-ea"/>
                  </a:endParaRPr>
                </a:p>
              </p:txBody>
            </p:sp>
            <p:sp>
              <p:nvSpPr>
                <p:cNvPr id="79" name="椭圆 78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1273215" y="4595150"/>
                  <a:ext cx="532435" cy="532435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27000" sx="98000" sy="98000" algn="ctr" rotWithShape="0">
                    <a:srgbClr val="2FB6D1">
                      <a:alpha val="20000"/>
                    </a:srgbClr>
                  </a:outerShdw>
                </a:effectLst>
              </p:spPr>
              <p:txBody>
                <a:bodyPr rtlCol="0" anchor="ctr"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" panose="02020900000000000000" pitchFamily="18" charset="-122"/>
                    <a:ea typeface="思源宋体 CN" panose="02020900000000000000" pitchFamily="18" charset="-122"/>
                    <a:cs typeface="+mn-ea"/>
                  </a:endParaRPr>
                </a:p>
              </p:txBody>
            </p:sp>
            <p:sp>
              <p:nvSpPr>
                <p:cNvPr id="80" name="椭圆 79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4664599" y="1898249"/>
                  <a:ext cx="115746" cy="115746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762000" sx="98000" sy="98000" algn="ct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" panose="02020900000000000000" pitchFamily="18" charset="-122"/>
                    <a:ea typeface="思源宋体 CN" panose="02020900000000000000" pitchFamily="18" charset="-122"/>
                    <a:cs typeface="+mn-ea"/>
                  </a:endParaRPr>
                </a:p>
              </p:txBody>
            </p:sp>
          </p:grpSp>
          <p:sp>
            <p:nvSpPr>
              <p:cNvPr id="13" name="椭圆 12"/>
              <p:cNvSpPr/>
              <p:nvPr>
                <p:custDataLst>
                  <p:tags r:id="rId11"/>
                </p:custDataLst>
              </p:nvPr>
            </p:nvSpPr>
            <p:spPr>
              <a:xfrm>
                <a:off x="12628" y="3248"/>
                <a:ext cx="4967" cy="4967"/>
              </a:xfrm>
              <a:prstGeom prst="ellipse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606" y="2244"/>
              <a:ext cx="5218" cy="3489"/>
              <a:chOff x="13136" y="2552"/>
              <a:chExt cx="5218" cy="3489"/>
            </a:xfrm>
          </p:grpSpPr>
          <p:sp>
            <p:nvSpPr>
              <p:cNvPr id="22" name="矩形: 圆角 45"/>
              <p:cNvSpPr/>
              <p:nvPr>
                <p:custDataLst>
                  <p:tags r:id="rId13"/>
                </p:custDataLst>
              </p:nvPr>
            </p:nvSpPr>
            <p:spPr>
              <a:xfrm>
                <a:off x="13136" y="2552"/>
                <a:ext cx="5217" cy="1092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01600" dist="38100" dir="2700000" algn="tl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p>
                <a:pPr algn="ctr"/>
                <a:endParaRPr lang="zh-CN" altLang="en-US" dirty="0"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23" name="文本框 22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3464" y="2552"/>
                <a:ext cx="4592" cy="109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algn="l"/>
                <a:r>
                  <a:rPr lang="zh-CN" altLang="en-US" sz="1600" noProof="0" dirty="0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{{####}}</a:t>
                </a:r>
                <a:endParaRPr lang="zh-CN" altLang="en-US" sz="1600" noProof="0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endParaRPr>
              </a:p>
            </p:txBody>
          </p:sp>
          <p:sp>
            <p:nvSpPr>
              <p:cNvPr id="24" name="文本框 23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13136" y="3749"/>
                <a:ext cx="5218" cy="229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marL="0" marR="0" lvl="0" indent="0" algn="l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20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{{#####}}</a:t>
                </a:r>
                <a:endParaRPr lang="zh-CN" altLang="en-US" sz="12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+mn-ea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6564" y="2244"/>
              <a:ext cx="5218" cy="3489"/>
              <a:chOff x="13136" y="2552"/>
              <a:chExt cx="5218" cy="3489"/>
            </a:xfrm>
          </p:grpSpPr>
          <p:sp>
            <p:nvSpPr>
              <p:cNvPr id="26" name="矩形: 圆角 45"/>
              <p:cNvSpPr/>
              <p:nvPr>
                <p:custDataLst>
                  <p:tags r:id="rId16"/>
                </p:custDataLst>
              </p:nvPr>
            </p:nvSpPr>
            <p:spPr>
              <a:xfrm>
                <a:off x="13136" y="2552"/>
                <a:ext cx="5217" cy="1092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101600" dist="38100" dir="2700000" algn="tl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p>
                <a:pPr algn="ctr"/>
                <a:endParaRPr lang="zh-CN" altLang="en-US" dirty="0"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27" name="文本框 26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3464" y="2552"/>
                <a:ext cx="4592" cy="109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algn="l"/>
                <a:r>
                  <a:rPr lang="zh-CN" altLang="en-US" sz="1600" noProof="0" dirty="0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{{####}}</a:t>
                </a:r>
                <a:endParaRPr lang="zh-CN" altLang="en-US" sz="1600" noProof="0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endParaRPr>
              </a:p>
            </p:txBody>
          </p:sp>
          <p:sp>
            <p:nvSpPr>
              <p:cNvPr id="28" name="文本框 27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3136" y="3749"/>
                <a:ext cx="5218" cy="229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marL="0" marR="0" lvl="0" indent="0" algn="l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20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{{#####}}</a:t>
                </a:r>
                <a:endParaRPr lang="zh-CN" altLang="en-US" sz="12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+mn-ea"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605" y="6307"/>
              <a:ext cx="5218" cy="3489"/>
              <a:chOff x="13136" y="2552"/>
              <a:chExt cx="5218" cy="3489"/>
            </a:xfrm>
          </p:grpSpPr>
          <p:sp>
            <p:nvSpPr>
              <p:cNvPr id="30" name="矩形: 圆角 45"/>
              <p:cNvSpPr/>
              <p:nvPr>
                <p:custDataLst>
                  <p:tags r:id="rId19"/>
                </p:custDataLst>
              </p:nvPr>
            </p:nvSpPr>
            <p:spPr>
              <a:xfrm>
                <a:off x="13136" y="2552"/>
                <a:ext cx="5217" cy="1092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101600" dist="38100" dir="2700000" algn="tl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p>
                <a:pPr algn="ctr"/>
                <a:endParaRPr lang="zh-CN" altLang="en-US" dirty="0"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31" name="文本框 30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3464" y="2552"/>
                <a:ext cx="4592" cy="109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algn="l"/>
                <a:r>
                  <a:rPr lang="zh-CN" altLang="en-US" sz="1600" noProof="0" dirty="0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{{####}}</a:t>
                </a:r>
                <a:endParaRPr lang="zh-CN" altLang="en-US" sz="1600" noProof="0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endParaRPr>
              </a:p>
            </p:txBody>
          </p:sp>
          <p:sp>
            <p:nvSpPr>
              <p:cNvPr id="32" name="文本框 31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3136" y="3749"/>
                <a:ext cx="5218" cy="229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marL="0" marR="0" lvl="0" indent="0" algn="l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20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{{#####}}</a:t>
                </a:r>
                <a:endParaRPr lang="zh-CN" altLang="en-US" sz="12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+mn-ea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6563" y="6307"/>
              <a:ext cx="5218" cy="3489"/>
              <a:chOff x="13136" y="2552"/>
              <a:chExt cx="5218" cy="3489"/>
            </a:xfrm>
          </p:grpSpPr>
          <p:sp>
            <p:nvSpPr>
              <p:cNvPr id="39" name="矩形: 圆角 45"/>
              <p:cNvSpPr/>
              <p:nvPr>
                <p:custDataLst>
                  <p:tags r:id="rId22"/>
                </p:custDataLst>
              </p:nvPr>
            </p:nvSpPr>
            <p:spPr>
              <a:xfrm>
                <a:off x="13136" y="2552"/>
                <a:ext cx="5217" cy="1092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01600" dist="38100" dir="2700000" algn="tl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p>
                <a:pPr algn="ctr"/>
                <a:endParaRPr lang="zh-CN" altLang="en-US" dirty="0"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53" name="文本框 52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13464" y="2552"/>
                <a:ext cx="4592" cy="109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algn="l"/>
                <a:r>
                  <a:rPr lang="zh-CN" altLang="en-US" sz="1600" noProof="0" dirty="0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{{####}}</a:t>
                </a:r>
                <a:endParaRPr lang="zh-CN" altLang="en-US" sz="1600" noProof="0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  <a:sym typeface="+mn-ea"/>
                </a:endParaRPr>
              </a:p>
            </p:txBody>
          </p:sp>
          <p:sp>
            <p:nvSpPr>
              <p:cNvPr id="54" name="文本框 53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13136" y="3749"/>
                <a:ext cx="5218" cy="229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marL="0" marR="0" lvl="0" indent="0" algn="l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20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{{#####}}</a:t>
                </a:r>
                <a:endParaRPr lang="zh-CN" altLang="en-US" sz="12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+mn-ea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5" name="组合 44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46" name="图片 45" descr="13备份 1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47" name="文本框 46"/>
            <p:cNvSpPr txBox="1"/>
            <p:nvPr>
              <p:custDataLst>
                <p:tags r:id="rId3"/>
              </p:custDataLst>
            </p:nvPr>
          </p:nvSpPr>
          <p:spPr>
            <a:xfrm>
              <a:off x="1514" y="356"/>
              <a:ext cx="14037" cy="87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/>
              <a:r>
                <a:rPr lang="zh-CN" altLang="en-US" sz="2000" b="1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rPr>
                <a:t>{{###}}</a:t>
              </a:r>
              <a:endParaRPr lang="zh-CN" altLang="en-US" sz="2000" b="1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lt"/>
              </a:endParaRPr>
            </a:p>
          </p:txBody>
        </p:sp>
        <p:pic>
          <p:nvPicPr>
            <p:cNvPr id="48" name="图片 47" descr="消防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8" y="356"/>
              <a:ext cx="836" cy="984"/>
            </a:xfrm>
            <a:prstGeom prst="rect">
              <a:avLst/>
            </a:prstGeom>
          </p:spPr>
        </p:pic>
      </p:grpSp>
      <p:grpSp>
        <p:nvGrpSpPr>
          <p:cNvPr id="49" name="组合 48"/>
          <p:cNvGrpSpPr/>
          <p:nvPr/>
        </p:nvGrpSpPr>
        <p:grpSpPr>
          <a:xfrm>
            <a:off x="264160" y="765175"/>
            <a:ext cx="11369675" cy="5860415"/>
            <a:chOff x="416" y="1205"/>
            <a:chExt cx="17905" cy="9229"/>
          </a:xfrm>
        </p:grpSpPr>
        <p:grpSp>
          <p:nvGrpSpPr>
            <p:cNvPr id="73" name="组合 72"/>
            <p:cNvGrpSpPr/>
            <p:nvPr/>
          </p:nvGrpSpPr>
          <p:grpSpPr>
            <a:xfrm>
              <a:off x="3457" y="3953"/>
              <a:ext cx="11825" cy="4701"/>
              <a:chOff x="2620" y="3282"/>
              <a:chExt cx="14009" cy="5569"/>
            </a:xfrm>
          </p:grpSpPr>
          <p:sp>
            <p:nvSpPr>
              <p:cNvPr id="31750" name="AutoShape 7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2620" y="3304"/>
                <a:ext cx="3507" cy="3507"/>
              </a:xfrm>
              <a:prstGeom prst="diamond">
                <a:avLst/>
              </a:prstGeom>
              <a:blipFill dpi="0"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txBody>
              <a:bodyPr lIns="0" tIns="0" rIns="0" bIns="0">
                <a:no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</a:pPr>
                <a:endParaRPr lang="es-ES" altLang="en-US" sz="2935" dirty="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703020204020201" charset="-122"/>
                  <a:cs typeface="ヒラギノ角ゴ ProN W3" panose="020B0300000000000000" charset="-128"/>
                  <a:sym typeface="Arial" panose="020B0604020202090204" pitchFamily="34" charset="0"/>
                </a:endParaRPr>
              </a:p>
            </p:txBody>
          </p:sp>
          <p:sp>
            <p:nvSpPr>
              <p:cNvPr id="31751" name="AutoShape 8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128" y="3304"/>
                <a:ext cx="3510" cy="3507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lIns="0" tIns="0" rIns="0" bIns="0">
                <a:no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</a:pPr>
                <a:endParaRPr lang="es-ES" altLang="en-US" sz="2935" dirty="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703020204020201" charset="-122"/>
                  <a:cs typeface="ヒラギノ角ゴ ProN W3" panose="020B0300000000000000" charset="-128"/>
                  <a:sym typeface="Arial" panose="020B0604020202090204" pitchFamily="34" charset="0"/>
                </a:endParaRPr>
              </a:p>
            </p:txBody>
          </p:sp>
          <p:sp>
            <p:nvSpPr>
              <p:cNvPr id="31752" name="AutoShape 9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9613" y="3304"/>
                <a:ext cx="3510" cy="3507"/>
              </a:xfrm>
              <a:prstGeom prst="diamond">
                <a:avLst/>
              </a:prstGeom>
              <a:solidFill>
                <a:schemeClr val="accent1">
                  <a:alpha val="73000"/>
                </a:scheme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18" tIns="45708" rIns="91418" bIns="45708" numCol="1" spcCol="0" rtlCol="0" fromWordArt="0" anchor="ctr" anchorCtr="0" forceAA="0" compatLnSpc="1"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endParaRPr lang="es-ES" altLang="en-US" sz="1865" kern="0" dirty="0">
                  <a:solidFill>
                    <a:sysClr val="window" lastClr="FFFFFF"/>
                  </a:solidFill>
                  <a:latin typeface="Arial" panose="020B0604020202090204" pitchFamily="34" charset="0"/>
                  <a:ea typeface="微软雅黑" panose="020B0703020204020201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1753" name="AutoShape 10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13122" y="3282"/>
                <a:ext cx="3507" cy="3507"/>
              </a:xfrm>
              <a:prstGeom prst="diamond">
                <a:avLst/>
              </a:prstGeom>
              <a:blipFill dpi="0" rotWithShape="1"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txBody>
              <a:bodyPr lIns="0" tIns="0" rIns="0" bIns="0">
                <a:no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</a:pPr>
                <a:endParaRPr lang="es-ES" altLang="en-US" sz="2935" dirty="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703020204020201" charset="-122"/>
                  <a:cs typeface="ヒラギノ角ゴ ProN W3" panose="020B0300000000000000" charset="-128"/>
                  <a:sym typeface="Arial" panose="020B0604020202090204" pitchFamily="34" charset="0"/>
                </a:endParaRPr>
              </a:p>
            </p:txBody>
          </p:sp>
          <p:sp>
            <p:nvSpPr>
              <p:cNvPr id="31754" name="AutoShape 11"/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4360" y="5344"/>
                <a:ext cx="3507" cy="3507"/>
              </a:xfrm>
              <a:prstGeom prst="diamond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18" tIns="45708" rIns="91418" bIns="45708" numCol="1" spcCol="0" rtlCol="0" fromWordArt="0" anchor="ctr" anchorCtr="0" forceAA="0" compatLnSpc="1"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endParaRPr lang="es-ES" altLang="en-US" sz="1865" kern="0" dirty="0">
                  <a:solidFill>
                    <a:sysClr val="window" lastClr="FFFFFF"/>
                  </a:solidFill>
                  <a:latin typeface="Arial" panose="020B0604020202090204" pitchFamily="34" charset="0"/>
                  <a:ea typeface="微软雅黑" panose="020B0703020204020201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1755" name="AutoShape 12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7868" y="5344"/>
                <a:ext cx="3510" cy="3507"/>
              </a:xfrm>
              <a:prstGeom prst="diamond">
                <a:avLst/>
              </a:prstGeom>
              <a:blipFill dpi="0" rotWithShape="1"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txBody>
              <a:bodyPr lIns="0" tIns="0" rIns="0" bIns="0">
                <a:no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</a:pPr>
                <a:endParaRPr lang="es-ES" altLang="en-US" sz="2935" dirty="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703020204020201" charset="-122"/>
                  <a:cs typeface="ヒラギノ角ゴ ProN W3" panose="020B0300000000000000" charset="-128"/>
                  <a:sym typeface="Arial" panose="020B0604020202090204" pitchFamily="34" charset="0"/>
                </a:endParaRPr>
              </a:p>
            </p:txBody>
          </p:sp>
          <p:sp>
            <p:nvSpPr>
              <p:cNvPr id="31756" name="AutoShape 13"/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11352" y="5344"/>
                <a:ext cx="3510" cy="3507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lIns="0" tIns="0" rIns="0" bIns="0">
                <a:no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</a:pPr>
                <a:endParaRPr lang="es-ES" altLang="en-US" sz="2935" dirty="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703020204020201" charset="-122"/>
                  <a:cs typeface="ヒラギノ角ゴ ProN W3" panose="020B0300000000000000" charset="-128"/>
                  <a:sym typeface="Arial" panose="020B0604020202090204" pitchFamily="34" charset="0"/>
                </a:endParaRPr>
              </a:p>
            </p:txBody>
          </p:sp>
          <p:sp>
            <p:nvSpPr>
              <p:cNvPr id="31760" name="AutoShape 10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5770" y="6208"/>
                <a:ext cx="735" cy="612"/>
              </a:xfrm>
              <a:custGeom>
                <a:avLst/>
                <a:gdLst>
                  <a:gd name="T0" fmla="*/ 466725 w 21600"/>
                  <a:gd name="T1" fmla="*/ 169263 h 21579"/>
                  <a:gd name="T2" fmla="*/ 458471 w 21600"/>
                  <a:gd name="T3" fmla="*/ 192802 h 21579"/>
                  <a:gd name="T4" fmla="*/ 437836 w 21600"/>
                  <a:gd name="T5" fmla="*/ 205977 h 21579"/>
                  <a:gd name="T6" fmla="*/ 437836 w 21600"/>
                  <a:gd name="T7" fmla="*/ 299395 h 21579"/>
                  <a:gd name="T8" fmla="*/ 426319 w 21600"/>
                  <a:gd name="T9" fmla="*/ 326737 h 21579"/>
                  <a:gd name="T10" fmla="*/ 398855 w 21600"/>
                  <a:gd name="T11" fmla="*/ 338111 h 21579"/>
                  <a:gd name="T12" fmla="*/ 357326 w 21600"/>
                  <a:gd name="T13" fmla="*/ 304676 h 21579"/>
                  <a:gd name="T14" fmla="*/ 305013 w 21600"/>
                  <a:gd name="T15" fmla="*/ 274955 h 21579"/>
                  <a:gd name="T16" fmla="*/ 247407 w 21600"/>
                  <a:gd name="T17" fmla="*/ 251776 h 21579"/>
                  <a:gd name="T18" fmla="*/ 189910 w 21600"/>
                  <a:gd name="T19" fmla="*/ 239141 h 21579"/>
                  <a:gd name="T20" fmla="*/ 172191 w 21600"/>
                  <a:gd name="T21" fmla="*/ 249253 h 21579"/>
                  <a:gd name="T22" fmla="*/ 162814 w 21600"/>
                  <a:gd name="T23" fmla="*/ 265060 h 21579"/>
                  <a:gd name="T24" fmla="*/ 162295 w 21600"/>
                  <a:gd name="T25" fmla="*/ 282939 h 21579"/>
                  <a:gd name="T26" fmla="*/ 171716 w 21600"/>
                  <a:gd name="T27" fmla="*/ 299395 h 21579"/>
                  <a:gd name="T28" fmla="*/ 165882 w 21600"/>
                  <a:gd name="T29" fmla="*/ 318537 h 21579"/>
                  <a:gd name="T30" fmla="*/ 171068 w 21600"/>
                  <a:gd name="T31" fmla="*/ 335353 h 21579"/>
                  <a:gd name="T32" fmla="*/ 183622 w 21600"/>
                  <a:gd name="T33" fmla="*/ 350908 h 21579"/>
                  <a:gd name="T34" fmla="*/ 200324 w 21600"/>
                  <a:gd name="T35" fmla="*/ 365723 h 21579"/>
                  <a:gd name="T36" fmla="*/ 182714 w 21600"/>
                  <a:gd name="T37" fmla="*/ 382341 h 21579"/>
                  <a:gd name="T38" fmla="*/ 155834 w 21600"/>
                  <a:gd name="T39" fmla="*/ 388794 h 21579"/>
                  <a:gd name="T40" fmla="*/ 127852 w 21600"/>
                  <a:gd name="T41" fmla="*/ 386144 h 21579"/>
                  <a:gd name="T42" fmla="*/ 106374 w 21600"/>
                  <a:gd name="T43" fmla="*/ 375096 h 21579"/>
                  <a:gd name="T44" fmla="*/ 96219 w 21600"/>
                  <a:gd name="T45" fmla="*/ 343464 h 21579"/>
                  <a:gd name="T46" fmla="*/ 87122 w 21600"/>
                  <a:gd name="T47" fmla="*/ 310444 h 21579"/>
                  <a:gd name="T48" fmla="*/ 83578 w 21600"/>
                  <a:gd name="T49" fmla="*/ 275423 h 21579"/>
                  <a:gd name="T50" fmla="*/ 89672 w 21600"/>
                  <a:gd name="T51" fmla="*/ 237087 h 21579"/>
                  <a:gd name="T52" fmla="*/ 38980 w 21600"/>
                  <a:gd name="T53" fmla="*/ 237087 h 21579"/>
                  <a:gd name="T54" fmla="*/ 11538 w 21600"/>
                  <a:gd name="T55" fmla="*/ 225713 h 21579"/>
                  <a:gd name="T56" fmla="*/ 0 w 21600"/>
                  <a:gd name="T57" fmla="*/ 198101 h 21579"/>
                  <a:gd name="T58" fmla="*/ 0 w 21600"/>
                  <a:gd name="T59" fmla="*/ 140118 h 21579"/>
                  <a:gd name="T60" fmla="*/ 11366 w 21600"/>
                  <a:gd name="T61" fmla="*/ 112559 h 21579"/>
                  <a:gd name="T62" fmla="*/ 38980 w 21600"/>
                  <a:gd name="T63" fmla="*/ 101024 h 21579"/>
                  <a:gd name="T64" fmla="*/ 165363 w 21600"/>
                  <a:gd name="T65" fmla="*/ 101024 h 21579"/>
                  <a:gd name="T66" fmla="*/ 227420 w 21600"/>
                  <a:gd name="T67" fmla="*/ 92571 h 21579"/>
                  <a:gd name="T68" fmla="*/ 291941 w 21600"/>
                  <a:gd name="T69" fmla="*/ 69825 h 21579"/>
                  <a:gd name="T70" fmla="*/ 351621 w 21600"/>
                  <a:gd name="T71" fmla="*/ 37346 h 21579"/>
                  <a:gd name="T72" fmla="*/ 398855 w 21600"/>
                  <a:gd name="T73" fmla="*/ 0 h 21579"/>
                  <a:gd name="T74" fmla="*/ 426319 w 21600"/>
                  <a:gd name="T75" fmla="*/ 11427 h 21579"/>
                  <a:gd name="T76" fmla="*/ 437836 w 21600"/>
                  <a:gd name="T77" fmla="*/ 39040 h 21579"/>
                  <a:gd name="T78" fmla="*/ 437836 w 21600"/>
                  <a:gd name="T79" fmla="*/ 132187 h 21579"/>
                  <a:gd name="T80" fmla="*/ 458471 w 21600"/>
                  <a:gd name="T81" fmla="*/ 145471 h 21579"/>
                  <a:gd name="T82" fmla="*/ 466725 w 21600"/>
                  <a:gd name="T83" fmla="*/ 169263 h 21579"/>
                  <a:gd name="T84" fmla="*/ 398855 w 21600"/>
                  <a:gd name="T85" fmla="*/ 51458 h 21579"/>
                  <a:gd name="T86" fmla="*/ 356807 w 21600"/>
                  <a:gd name="T87" fmla="*/ 80242 h 21579"/>
                  <a:gd name="T88" fmla="*/ 308557 w 21600"/>
                  <a:gd name="T89" fmla="*/ 105152 h 21579"/>
                  <a:gd name="T90" fmla="*/ 256656 w 21600"/>
                  <a:gd name="T91" fmla="*/ 124780 h 21579"/>
                  <a:gd name="T92" fmla="*/ 204343 w 21600"/>
                  <a:gd name="T93" fmla="*/ 137054 h 21579"/>
                  <a:gd name="T94" fmla="*/ 204343 w 21600"/>
                  <a:gd name="T95" fmla="*/ 201381 h 21579"/>
                  <a:gd name="T96" fmla="*/ 256656 w 21600"/>
                  <a:gd name="T97" fmla="*/ 213800 h 21579"/>
                  <a:gd name="T98" fmla="*/ 308557 w 21600"/>
                  <a:gd name="T99" fmla="*/ 233536 h 21579"/>
                  <a:gd name="T100" fmla="*/ 357066 w 21600"/>
                  <a:gd name="T101" fmla="*/ 258607 h 21579"/>
                  <a:gd name="T102" fmla="*/ 398855 w 21600"/>
                  <a:gd name="T103" fmla="*/ 286959 h 21579"/>
                  <a:gd name="T104" fmla="*/ 398855 w 21600"/>
                  <a:gd name="T105" fmla="*/ 51458 h 21579"/>
                  <a:gd name="T106" fmla="*/ 398855 w 21600"/>
                  <a:gd name="T107" fmla="*/ 51458 h 21579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21600" h="21579">
                    <a:moveTo>
                      <a:pt x="21600" y="9391"/>
                    </a:moveTo>
                    <a:cubicBezTo>
                      <a:pt x="21600" y="9887"/>
                      <a:pt x="21473" y="10321"/>
                      <a:pt x="21218" y="10697"/>
                    </a:cubicBezTo>
                    <a:cubicBezTo>
                      <a:pt x="20964" y="11073"/>
                      <a:pt x="20648" y="11313"/>
                      <a:pt x="20263" y="11428"/>
                    </a:cubicBezTo>
                    <a:lnTo>
                      <a:pt x="20263" y="16611"/>
                    </a:lnTo>
                    <a:cubicBezTo>
                      <a:pt x="20263" y="17201"/>
                      <a:pt x="20087" y="17708"/>
                      <a:pt x="19730" y="18128"/>
                    </a:cubicBezTo>
                    <a:cubicBezTo>
                      <a:pt x="19375" y="18551"/>
                      <a:pt x="18951" y="18759"/>
                      <a:pt x="18459" y="18759"/>
                    </a:cubicBezTo>
                    <a:cubicBezTo>
                      <a:pt x="17928" y="18122"/>
                      <a:pt x="17286" y="17506"/>
                      <a:pt x="16537" y="16904"/>
                    </a:cubicBezTo>
                    <a:cubicBezTo>
                      <a:pt x="15786" y="16305"/>
                      <a:pt x="14980" y="15757"/>
                      <a:pt x="14116" y="15255"/>
                    </a:cubicBezTo>
                    <a:cubicBezTo>
                      <a:pt x="13254" y="14756"/>
                      <a:pt x="12363" y="14325"/>
                      <a:pt x="11450" y="13969"/>
                    </a:cubicBezTo>
                    <a:cubicBezTo>
                      <a:pt x="10537" y="13614"/>
                      <a:pt x="9648" y="13380"/>
                      <a:pt x="8789" y="13268"/>
                    </a:cubicBezTo>
                    <a:cubicBezTo>
                      <a:pt x="8453" y="13379"/>
                      <a:pt x="8179" y="13564"/>
                      <a:pt x="7969" y="13829"/>
                    </a:cubicBezTo>
                    <a:cubicBezTo>
                      <a:pt x="7758" y="14093"/>
                      <a:pt x="7614" y="14386"/>
                      <a:pt x="7535" y="14706"/>
                    </a:cubicBezTo>
                    <a:cubicBezTo>
                      <a:pt x="7457" y="15029"/>
                      <a:pt x="7450" y="15361"/>
                      <a:pt x="7511" y="15698"/>
                    </a:cubicBezTo>
                    <a:cubicBezTo>
                      <a:pt x="7575" y="16036"/>
                      <a:pt x="7719" y="16341"/>
                      <a:pt x="7947" y="16611"/>
                    </a:cubicBezTo>
                    <a:cubicBezTo>
                      <a:pt x="7751" y="16992"/>
                      <a:pt x="7660" y="17347"/>
                      <a:pt x="7677" y="17673"/>
                    </a:cubicBezTo>
                    <a:cubicBezTo>
                      <a:pt x="7692" y="17993"/>
                      <a:pt x="7773" y="18307"/>
                      <a:pt x="7917" y="18606"/>
                    </a:cubicBezTo>
                    <a:cubicBezTo>
                      <a:pt x="8059" y="18909"/>
                      <a:pt x="8255" y="19193"/>
                      <a:pt x="8498" y="19469"/>
                    </a:cubicBezTo>
                    <a:cubicBezTo>
                      <a:pt x="8737" y="19745"/>
                      <a:pt x="8997" y="20021"/>
                      <a:pt x="9271" y="20291"/>
                    </a:cubicBezTo>
                    <a:cubicBezTo>
                      <a:pt x="9114" y="20696"/>
                      <a:pt x="8843" y="21001"/>
                      <a:pt x="8456" y="21213"/>
                    </a:cubicBezTo>
                    <a:cubicBezTo>
                      <a:pt x="8069" y="21424"/>
                      <a:pt x="7655" y="21541"/>
                      <a:pt x="7212" y="21571"/>
                    </a:cubicBezTo>
                    <a:cubicBezTo>
                      <a:pt x="6772" y="21600"/>
                      <a:pt x="6341" y="21550"/>
                      <a:pt x="5917" y="21424"/>
                    </a:cubicBezTo>
                    <a:cubicBezTo>
                      <a:pt x="5496" y="21295"/>
                      <a:pt x="5163" y="21092"/>
                      <a:pt x="4923" y="20811"/>
                    </a:cubicBezTo>
                    <a:cubicBezTo>
                      <a:pt x="4781" y="20241"/>
                      <a:pt x="4625" y="19657"/>
                      <a:pt x="4453" y="19056"/>
                    </a:cubicBezTo>
                    <a:cubicBezTo>
                      <a:pt x="4282" y="18454"/>
                      <a:pt x="4140" y="17843"/>
                      <a:pt x="4032" y="17224"/>
                    </a:cubicBezTo>
                    <a:cubicBezTo>
                      <a:pt x="3922" y="16599"/>
                      <a:pt x="3868" y="15953"/>
                      <a:pt x="3868" y="15281"/>
                    </a:cubicBezTo>
                    <a:cubicBezTo>
                      <a:pt x="3868" y="14615"/>
                      <a:pt x="3961" y="13905"/>
                      <a:pt x="4150" y="13154"/>
                    </a:cubicBezTo>
                    <a:lnTo>
                      <a:pt x="1804" y="13154"/>
                    </a:lnTo>
                    <a:cubicBezTo>
                      <a:pt x="1312" y="13154"/>
                      <a:pt x="889" y="12945"/>
                      <a:pt x="534" y="12523"/>
                    </a:cubicBezTo>
                    <a:cubicBezTo>
                      <a:pt x="176" y="12100"/>
                      <a:pt x="0" y="11592"/>
                      <a:pt x="0" y="10991"/>
                    </a:cubicBezTo>
                    <a:lnTo>
                      <a:pt x="0" y="7774"/>
                    </a:lnTo>
                    <a:cubicBezTo>
                      <a:pt x="0" y="7184"/>
                      <a:pt x="176" y="6677"/>
                      <a:pt x="526" y="6245"/>
                    </a:cubicBezTo>
                    <a:cubicBezTo>
                      <a:pt x="879" y="5820"/>
                      <a:pt x="1305" y="5605"/>
                      <a:pt x="1804" y="5605"/>
                    </a:cubicBezTo>
                    <a:lnTo>
                      <a:pt x="7653" y="5605"/>
                    </a:lnTo>
                    <a:cubicBezTo>
                      <a:pt x="8551" y="5605"/>
                      <a:pt x="9509" y="5450"/>
                      <a:pt x="10525" y="5136"/>
                    </a:cubicBezTo>
                    <a:cubicBezTo>
                      <a:pt x="11541" y="4822"/>
                      <a:pt x="12537" y="4399"/>
                      <a:pt x="13511" y="3874"/>
                    </a:cubicBezTo>
                    <a:cubicBezTo>
                      <a:pt x="14488" y="3343"/>
                      <a:pt x="15409" y="2744"/>
                      <a:pt x="16273" y="2072"/>
                    </a:cubicBezTo>
                    <a:cubicBezTo>
                      <a:pt x="17135" y="1406"/>
                      <a:pt x="17864" y="713"/>
                      <a:pt x="18459" y="0"/>
                    </a:cubicBezTo>
                    <a:cubicBezTo>
                      <a:pt x="18951" y="0"/>
                      <a:pt x="19375" y="214"/>
                      <a:pt x="19730" y="634"/>
                    </a:cubicBezTo>
                    <a:cubicBezTo>
                      <a:pt x="20087" y="1057"/>
                      <a:pt x="20263" y="1567"/>
                      <a:pt x="20263" y="2166"/>
                    </a:cubicBezTo>
                    <a:lnTo>
                      <a:pt x="20263" y="7334"/>
                    </a:lnTo>
                    <a:cubicBezTo>
                      <a:pt x="20648" y="7446"/>
                      <a:pt x="20963" y="7692"/>
                      <a:pt x="21218" y="8071"/>
                    </a:cubicBezTo>
                    <a:cubicBezTo>
                      <a:pt x="21473" y="8455"/>
                      <a:pt x="21600" y="8895"/>
                      <a:pt x="21600" y="9391"/>
                    </a:cubicBezTo>
                    <a:moveTo>
                      <a:pt x="18459" y="2855"/>
                    </a:moveTo>
                    <a:cubicBezTo>
                      <a:pt x="17864" y="3407"/>
                      <a:pt x="17215" y="3941"/>
                      <a:pt x="16513" y="4452"/>
                    </a:cubicBezTo>
                    <a:cubicBezTo>
                      <a:pt x="15810" y="4963"/>
                      <a:pt x="15066" y="5423"/>
                      <a:pt x="14280" y="5834"/>
                    </a:cubicBezTo>
                    <a:cubicBezTo>
                      <a:pt x="13494" y="6245"/>
                      <a:pt x="12694" y="6609"/>
                      <a:pt x="11878" y="6923"/>
                    </a:cubicBezTo>
                    <a:cubicBezTo>
                      <a:pt x="11061" y="7237"/>
                      <a:pt x="10255" y="7463"/>
                      <a:pt x="9457" y="7604"/>
                    </a:cubicBezTo>
                    <a:lnTo>
                      <a:pt x="9457" y="11173"/>
                    </a:lnTo>
                    <a:cubicBezTo>
                      <a:pt x="10255" y="11325"/>
                      <a:pt x="11061" y="11554"/>
                      <a:pt x="11878" y="11862"/>
                    </a:cubicBezTo>
                    <a:cubicBezTo>
                      <a:pt x="12694" y="12170"/>
                      <a:pt x="13494" y="12537"/>
                      <a:pt x="14280" y="12957"/>
                    </a:cubicBezTo>
                    <a:cubicBezTo>
                      <a:pt x="15066" y="13379"/>
                      <a:pt x="15813" y="13843"/>
                      <a:pt x="16525" y="14348"/>
                    </a:cubicBezTo>
                    <a:cubicBezTo>
                      <a:pt x="17235" y="14856"/>
                      <a:pt x="17881" y="15381"/>
                      <a:pt x="18459" y="15921"/>
                    </a:cubicBezTo>
                    <a:lnTo>
                      <a:pt x="18459" y="2855"/>
                    </a:lnTo>
                    <a:close/>
                    <a:moveTo>
                      <a:pt x="18459" y="2855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0" tIns="0" rIns="0" bIns="0">
                <a:noAutofit/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 sz="1865" dirty="0">
                  <a:latin typeface="Arial" panose="020B0604020202090204" pitchFamily="34" charset="0"/>
                  <a:ea typeface="微软雅黑" panose="020B0703020204020201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1761" name="Rectangle 21"/>
              <p:cNvSpPr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5365" y="6998"/>
                <a:ext cx="1496" cy="9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dirty="0">
                    <a:solidFill>
                      <a:srgbClr val="FFFFFF"/>
                    </a:solidFill>
                    <a:latin typeface="Source Han Sans CN Regular" panose="020B0500000000000000" charset="-122"/>
                    <a:ea typeface="Source Han Sans CN Regular" panose="020B0500000000000000" charset="-122"/>
                    <a:sym typeface="Arial" panose="020B0604020202090204" pitchFamily="34" charset="0"/>
                  </a:rPr>
                  <a:t>01</a:t>
                </a:r>
                <a:endParaRPr lang="en-US" altLang="zh-CN" sz="2000" dirty="0">
                  <a:solidFill>
                    <a:srgbClr val="FFFFFF"/>
                  </a:solidFill>
                  <a:latin typeface="Source Han Sans CN Regular" panose="020B0500000000000000" charset="-122"/>
                  <a:ea typeface="Source Han Sans CN Regular" panose="020B0500000000000000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1762" name="AutoShape 8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7490" y="4368"/>
                <a:ext cx="822" cy="560"/>
              </a:xfrm>
              <a:custGeom>
                <a:avLst/>
                <a:gdLst>
                  <a:gd name="T0" fmla="*/ 449095 w 21600"/>
                  <a:gd name="T1" fmla="*/ 156201 h 21600"/>
                  <a:gd name="T2" fmla="*/ 455745 w 21600"/>
                  <a:gd name="T3" fmla="*/ 122962 h 21600"/>
                  <a:gd name="T4" fmla="*/ 332668 w 21600"/>
                  <a:gd name="T5" fmla="*/ 0 h 21600"/>
                  <a:gd name="T6" fmla="*/ 242840 w 21600"/>
                  <a:gd name="T7" fmla="*/ 59826 h 21600"/>
                  <a:gd name="T8" fmla="*/ 153035 w 21600"/>
                  <a:gd name="T9" fmla="*/ 26588 h 21600"/>
                  <a:gd name="T10" fmla="*/ 66543 w 21600"/>
                  <a:gd name="T11" fmla="*/ 132938 h 21600"/>
                  <a:gd name="T12" fmla="*/ 69856 w 21600"/>
                  <a:gd name="T13" fmla="*/ 156201 h 21600"/>
                  <a:gd name="T14" fmla="*/ 0 w 21600"/>
                  <a:gd name="T15" fmla="*/ 252575 h 21600"/>
                  <a:gd name="T16" fmla="*/ 103128 w 21600"/>
                  <a:gd name="T17" fmla="*/ 355600 h 21600"/>
                  <a:gd name="T18" fmla="*/ 419160 w 21600"/>
                  <a:gd name="T19" fmla="*/ 355600 h 21600"/>
                  <a:gd name="T20" fmla="*/ 522288 w 21600"/>
                  <a:gd name="T21" fmla="*/ 252575 h 21600"/>
                  <a:gd name="T22" fmla="*/ 449095 w 21600"/>
                  <a:gd name="T23" fmla="*/ 156201 h 21600"/>
                  <a:gd name="T24" fmla="*/ 399212 w 21600"/>
                  <a:gd name="T25" fmla="*/ 335663 h 21600"/>
                  <a:gd name="T26" fmla="*/ 262812 w 21600"/>
                  <a:gd name="T27" fmla="*/ 335663 h 21600"/>
                  <a:gd name="T28" fmla="*/ 345967 w 21600"/>
                  <a:gd name="T29" fmla="*/ 252575 h 21600"/>
                  <a:gd name="T30" fmla="*/ 342655 w 21600"/>
                  <a:gd name="T31" fmla="*/ 242598 h 21600"/>
                  <a:gd name="T32" fmla="*/ 306046 w 21600"/>
                  <a:gd name="T33" fmla="*/ 242598 h 21600"/>
                  <a:gd name="T34" fmla="*/ 306046 w 21600"/>
                  <a:gd name="T35" fmla="*/ 225987 h 21600"/>
                  <a:gd name="T36" fmla="*/ 306046 w 21600"/>
                  <a:gd name="T37" fmla="*/ 122962 h 21600"/>
                  <a:gd name="T38" fmla="*/ 299397 w 21600"/>
                  <a:gd name="T39" fmla="*/ 119636 h 21600"/>
                  <a:gd name="T40" fmla="*/ 212905 w 21600"/>
                  <a:gd name="T41" fmla="*/ 119636 h 21600"/>
                  <a:gd name="T42" fmla="*/ 206255 w 21600"/>
                  <a:gd name="T43" fmla="*/ 126287 h 21600"/>
                  <a:gd name="T44" fmla="*/ 206255 w 21600"/>
                  <a:gd name="T45" fmla="*/ 225987 h 21600"/>
                  <a:gd name="T46" fmla="*/ 206255 w 21600"/>
                  <a:gd name="T47" fmla="*/ 242598 h 21600"/>
                  <a:gd name="T48" fmla="*/ 169671 w 21600"/>
                  <a:gd name="T49" fmla="*/ 242598 h 21600"/>
                  <a:gd name="T50" fmla="*/ 169671 w 21600"/>
                  <a:gd name="T51" fmla="*/ 252575 h 21600"/>
                  <a:gd name="T52" fmla="*/ 252826 w 21600"/>
                  <a:gd name="T53" fmla="*/ 335663 h 21600"/>
                  <a:gd name="T54" fmla="*/ 126413 w 21600"/>
                  <a:gd name="T55" fmla="*/ 335663 h 21600"/>
                  <a:gd name="T56" fmla="*/ 36584 w 21600"/>
                  <a:gd name="T57" fmla="*/ 249249 h 21600"/>
                  <a:gd name="T58" fmla="*/ 96478 w 21600"/>
                  <a:gd name="T59" fmla="*/ 166161 h 21600"/>
                  <a:gd name="T60" fmla="*/ 93141 w 21600"/>
                  <a:gd name="T61" fmla="*/ 146224 h 21600"/>
                  <a:gd name="T62" fmla="*/ 169671 w 21600"/>
                  <a:gd name="T63" fmla="*/ 56501 h 21600"/>
                  <a:gd name="T64" fmla="*/ 249489 w 21600"/>
                  <a:gd name="T65" fmla="*/ 99700 h 21600"/>
                  <a:gd name="T66" fmla="*/ 326019 w 21600"/>
                  <a:gd name="T67" fmla="*/ 36564 h 21600"/>
                  <a:gd name="T68" fmla="*/ 425810 w 21600"/>
                  <a:gd name="T69" fmla="*/ 139573 h 21600"/>
                  <a:gd name="T70" fmla="*/ 422497 w 21600"/>
                  <a:gd name="T71" fmla="*/ 166161 h 21600"/>
                  <a:gd name="T72" fmla="*/ 489016 w 21600"/>
                  <a:gd name="T73" fmla="*/ 249249 h 21600"/>
                  <a:gd name="T74" fmla="*/ 399212 w 21600"/>
                  <a:gd name="T75" fmla="*/ 335663 h 21600"/>
                  <a:gd name="T76" fmla="*/ 399212 w 21600"/>
                  <a:gd name="T77" fmla="*/ 335663 h 21600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21600" h="21600">
                    <a:moveTo>
                      <a:pt x="18573" y="9488"/>
                    </a:moveTo>
                    <a:cubicBezTo>
                      <a:pt x="18711" y="8882"/>
                      <a:pt x="18848" y="8075"/>
                      <a:pt x="18848" y="7469"/>
                    </a:cubicBezTo>
                    <a:cubicBezTo>
                      <a:pt x="18848" y="3432"/>
                      <a:pt x="16510" y="0"/>
                      <a:pt x="13758" y="0"/>
                    </a:cubicBezTo>
                    <a:cubicBezTo>
                      <a:pt x="10456" y="0"/>
                      <a:pt x="10043" y="3634"/>
                      <a:pt x="10043" y="3634"/>
                    </a:cubicBezTo>
                    <a:cubicBezTo>
                      <a:pt x="10043" y="3634"/>
                      <a:pt x="8668" y="1211"/>
                      <a:pt x="6329" y="1615"/>
                    </a:cubicBezTo>
                    <a:cubicBezTo>
                      <a:pt x="4127" y="2221"/>
                      <a:pt x="2752" y="5047"/>
                      <a:pt x="2752" y="8075"/>
                    </a:cubicBezTo>
                    <a:cubicBezTo>
                      <a:pt x="2752" y="8478"/>
                      <a:pt x="2752" y="9084"/>
                      <a:pt x="2889" y="9488"/>
                    </a:cubicBezTo>
                    <a:cubicBezTo>
                      <a:pt x="1238" y="10295"/>
                      <a:pt x="0" y="12718"/>
                      <a:pt x="0" y="15342"/>
                    </a:cubicBezTo>
                    <a:cubicBezTo>
                      <a:pt x="0" y="18774"/>
                      <a:pt x="1926" y="21600"/>
                      <a:pt x="4265" y="21600"/>
                    </a:cubicBezTo>
                    <a:cubicBezTo>
                      <a:pt x="17335" y="21600"/>
                      <a:pt x="17335" y="21600"/>
                      <a:pt x="17335" y="21600"/>
                    </a:cubicBezTo>
                    <a:cubicBezTo>
                      <a:pt x="19674" y="21600"/>
                      <a:pt x="21600" y="18774"/>
                      <a:pt x="21600" y="15342"/>
                    </a:cubicBezTo>
                    <a:cubicBezTo>
                      <a:pt x="21600" y="12516"/>
                      <a:pt x="20362" y="10295"/>
                      <a:pt x="18573" y="9488"/>
                    </a:cubicBezTo>
                    <a:close/>
                    <a:moveTo>
                      <a:pt x="16510" y="20389"/>
                    </a:moveTo>
                    <a:cubicBezTo>
                      <a:pt x="10869" y="20389"/>
                      <a:pt x="10869" y="20389"/>
                      <a:pt x="10869" y="20389"/>
                    </a:cubicBezTo>
                    <a:cubicBezTo>
                      <a:pt x="11282" y="19581"/>
                      <a:pt x="14308" y="15342"/>
                      <a:pt x="14308" y="15342"/>
                    </a:cubicBezTo>
                    <a:cubicBezTo>
                      <a:pt x="14308" y="15342"/>
                      <a:pt x="14721" y="14736"/>
                      <a:pt x="14171" y="14736"/>
                    </a:cubicBezTo>
                    <a:cubicBezTo>
                      <a:pt x="13620" y="14736"/>
                      <a:pt x="12657" y="14736"/>
                      <a:pt x="12657" y="14736"/>
                    </a:cubicBezTo>
                    <a:cubicBezTo>
                      <a:pt x="12657" y="14736"/>
                      <a:pt x="12657" y="14333"/>
                      <a:pt x="12657" y="13727"/>
                    </a:cubicBezTo>
                    <a:cubicBezTo>
                      <a:pt x="12657" y="12112"/>
                      <a:pt x="12657" y="8882"/>
                      <a:pt x="12657" y="7469"/>
                    </a:cubicBezTo>
                    <a:cubicBezTo>
                      <a:pt x="12657" y="7469"/>
                      <a:pt x="12657" y="7267"/>
                      <a:pt x="12382" y="7267"/>
                    </a:cubicBezTo>
                    <a:cubicBezTo>
                      <a:pt x="12107" y="7267"/>
                      <a:pt x="9218" y="7267"/>
                      <a:pt x="8805" y="7267"/>
                    </a:cubicBezTo>
                    <a:cubicBezTo>
                      <a:pt x="8530" y="7267"/>
                      <a:pt x="8530" y="7671"/>
                      <a:pt x="8530" y="7671"/>
                    </a:cubicBezTo>
                    <a:cubicBezTo>
                      <a:pt x="8530" y="8882"/>
                      <a:pt x="8530" y="12112"/>
                      <a:pt x="8530" y="13727"/>
                    </a:cubicBezTo>
                    <a:cubicBezTo>
                      <a:pt x="8530" y="14333"/>
                      <a:pt x="8530" y="14736"/>
                      <a:pt x="8530" y="14736"/>
                    </a:cubicBezTo>
                    <a:cubicBezTo>
                      <a:pt x="8530" y="14736"/>
                      <a:pt x="7429" y="14736"/>
                      <a:pt x="7017" y="14736"/>
                    </a:cubicBezTo>
                    <a:cubicBezTo>
                      <a:pt x="6604" y="14736"/>
                      <a:pt x="7017" y="15342"/>
                      <a:pt x="7017" y="15342"/>
                    </a:cubicBezTo>
                    <a:cubicBezTo>
                      <a:pt x="10456" y="20389"/>
                      <a:pt x="10456" y="20389"/>
                      <a:pt x="10456" y="20389"/>
                    </a:cubicBezTo>
                    <a:cubicBezTo>
                      <a:pt x="5228" y="20389"/>
                      <a:pt x="5228" y="20389"/>
                      <a:pt x="5228" y="20389"/>
                    </a:cubicBezTo>
                    <a:cubicBezTo>
                      <a:pt x="3164" y="20389"/>
                      <a:pt x="1513" y="17966"/>
                      <a:pt x="1513" y="15140"/>
                    </a:cubicBezTo>
                    <a:cubicBezTo>
                      <a:pt x="1513" y="12718"/>
                      <a:pt x="2614" y="10901"/>
                      <a:pt x="3990" y="10093"/>
                    </a:cubicBezTo>
                    <a:cubicBezTo>
                      <a:pt x="3852" y="9690"/>
                      <a:pt x="3852" y="9286"/>
                      <a:pt x="3852" y="8882"/>
                    </a:cubicBezTo>
                    <a:cubicBezTo>
                      <a:pt x="3852" y="6460"/>
                      <a:pt x="5090" y="4037"/>
                      <a:pt x="7017" y="3432"/>
                    </a:cubicBezTo>
                    <a:cubicBezTo>
                      <a:pt x="9080" y="3230"/>
                      <a:pt x="10318" y="6056"/>
                      <a:pt x="10318" y="6056"/>
                    </a:cubicBezTo>
                    <a:cubicBezTo>
                      <a:pt x="10318" y="6056"/>
                      <a:pt x="10594" y="2221"/>
                      <a:pt x="13483" y="2221"/>
                    </a:cubicBezTo>
                    <a:cubicBezTo>
                      <a:pt x="15822" y="2221"/>
                      <a:pt x="17610" y="5047"/>
                      <a:pt x="17610" y="8478"/>
                    </a:cubicBezTo>
                    <a:cubicBezTo>
                      <a:pt x="17610" y="9084"/>
                      <a:pt x="17610" y="9690"/>
                      <a:pt x="17473" y="10093"/>
                    </a:cubicBezTo>
                    <a:cubicBezTo>
                      <a:pt x="18986" y="10699"/>
                      <a:pt x="20224" y="12718"/>
                      <a:pt x="20224" y="15140"/>
                    </a:cubicBezTo>
                    <a:cubicBezTo>
                      <a:pt x="20224" y="17966"/>
                      <a:pt x="18573" y="20389"/>
                      <a:pt x="16510" y="20389"/>
                    </a:cubicBezTo>
                    <a:close/>
                    <a:moveTo>
                      <a:pt x="16510" y="20389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0" tIns="0" rIns="0" bIns="0">
                <a:noAutofit/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 sz="1865" dirty="0">
                  <a:latin typeface="Arial" panose="020B0604020202090204" pitchFamily="34" charset="0"/>
                  <a:ea typeface="微软雅黑" panose="020B0703020204020201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1763" name="Rectangle 21"/>
              <p:cNvSpPr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7090" y="5038"/>
                <a:ext cx="1496" cy="9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dirty="0">
                    <a:solidFill>
                      <a:srgbClr val="FFFFFF"/>
                    </a:solidFill>
                    <a:latin typeface="Source Han Sans CN Regular" panose="020B0500000000000000" charset="-122"/>
                    <a:ea typeface="Source Han Sans CN Regular" panose="020B0500000000000000" charset="-122"/>
                    <a:sym typeface="Arial" panose="020B0604020202090204" pitchFamily="34" charset="0"/>
                  </a:rPr>
                  <a:t>02</a:t>
                </a:r>
                <a:endParaRPr lang="en-US" altLang="zh-CN" sz="2000" dirty="0">
                  <a:solidFill>
                    <a:srgbClr val="FFFFFF"/>
                  </a:solidFill>
                  <a:latin typeface="Source Han Sans CN Regular" panose="020B0500000000000000" charset="-122"/>
                  <a:ea typeface="Source Han Sans CN Regular" panose="020B0500000000000000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1766" name="AutoShape 21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11102" y="4406"/>
                <a:ext cx="690" cy="575"/>
              </a:xfrm>
              <a:custGeom>
                <a:avLst/>
                <a:gdLst>
                  <a:gd name="T0" fmla="*/ 432795 w 21600"/>
                  <a:gd name="T1" fmla="*/ 242301 h 21600"/>
                  <a:gd name="T2" fmla="*/ 438150 w 21600"/>
                  <a:gd name="T3" fmla="*/ 346598 h 21600"/>
                  <a:gd name="T4" fmla="*/ 420076 w 21600"/>
                  <a:gd name="T5" fmla="*/ 365125 h 21600"/>
                  <a:gd name="T6" fmla="*/ 315711 w 21600"/>
                  <a:gd name="T7" fmla="*/ 359817 h 21600"/>
                  <a:gd name="T8" fmla="*/ 310681 w 21600"/>
                  <a:gd name="T9" fmla="*/ 255520 h 21600"/>
                  <a:gd name="T10" fmla="*/ 328572 w 21600"/>
                  <a:gd name="T11" fmla="*/ 236993 h 21600"/>
                  <a:gd name="T12" fmla="*/ 360845 w 21600"/>
                  <a:gd name="T13" fmla="*/ 200633 h 21600"/>
                  <a:gd name="T14" fmla="*/ 232727 w 21600"/>
                  <a:gd name="T15" fmla="*/ 196119 h 21600"/>
                  <a:gd name="T16" fmla="*/ 264797 w 21600"/>
                  <a:gd name="T17" fmla="*/ 236993 h 21600"/>
                  <a:gd name="T18" fmla="*/ 282870 w 21600"/>
                  <a:gd name="T19" fmla="*/ 255520 h 21600"/>
                  <a:gd name="T20" fmla="*/ 277515 w 21600"/>
                  <a:gd name="T21" fmla="*/ 359817 h 21600"/>
                  <a:gd name="T22" fmla="*/ 173292 w 21600"/>
                  <a:gd name="T23" fmla="*/ 365125 h 21600"/>
                  <a:gd name="T24" fmla="*/ 155219 w 21600"/>
                  <a:gd name="T25" fmla="*/ 346598 h 21600"/>
                  <a:gd name="T26" fmla="*/ 160533 w 21600"/>
                  <a:gd name="T27" fmla="*/ 242301 h 21600"/>
                  <a:gd name="T28" fmla="*/ 205363 w 21600"/>
                  <a:gd name="T29" fmla="*/ 236993 h 21600"/>
                  <a:gd name="T30" fmla="*/ 82275 w 21600"/>
                  <a:gd name="T31" fmla="*/ 196119 h 21600"/>
                  <a:gd name="T32" fmla="*/ 77508 w 21600"/>
                  <a:gd name="T33" fmla="*/ 236993 h 21600"/>
                  <a:gd name="T34" fmla="*/ 122804 w 21600"/>
                  <a:gd name="T35" fmla="*/ 242301 h 21600"/>
                  <a:gd name="T36" fmla="*/ 128118 w 21600"/>
                  <a:gd name="T37" fmla="*/ 346598 h 21600"/>
                  <a:gd name="T38" fmla="*/ 109578 w 21600"/>
                  <a:gd name="T39" fmla="*/ 365125 h 21600"/>
                  <a:gd name="T40" fmla="*/ 5315 w 21600"/>
                  <a:gd name="T41" fmla="*/ 359817 h 21600"/>
                  <a:gd name="T42" fmla="*/ 0 w 21600"/>
                  <a:gd name="T43" fmla="*/ 255520 h 21600"/>
                  <a:gd name="T44" fmla="*/ 18520 w 21600"/>
                  <a:gd name="T45" fmla="*/ 236993 h 21600"/>
                  <a:gd name="T46" fmla="*/ 50144 w 21600"/>
                  <a:gd name="T47" fmla="*/ 200633 h 21600"/>
                  <a:gd name="T48" fmla="*/ 82234 w 21600"/>
                  <a:gd name="T49" fmla="*/ 169006 h 21600"/>
                  <a:gd name="T50" fmla="*/ 205322 w 21600"/>
                  <a:gd name="T51" fmla="*/ 127642 h 21600"/>
                  <a:gd name="T52" fmla="*/ 160493 w 21600"/>
                  <a:gd name="T53" fmla="*/ 122520 h 21600"/>
                  <a:gd name="T54" fmla="*/ 155178 w 21600"/>
                  <a:gd name="T55" fmla="*/ 18020 h 21600"/>
                  <a:gd name="T56" fmla="*/ 173252 w 21600"/>
                  <a:gd name="T57" fmla="*/ 0 h 21600"/>
                  <a:gd name="T58" fmla="*/ 277475 w 21600"/>
                  <a:gd name="T59" fmla="*/ 5308 h 21600"/>
                  <a:gd name="T60" fmla="*/ 282830 w 21600"/>
                  <a:gd name="T61" fmla="*/ 109605 h 21600"/>
                  <a:gd name="T62" fmla="*/ 264756 w 21600"/>
                  <a:gd name="T63" fmla="*/ 127642 h 21600"/>
                  <a:gd name="T64" fmla="*/ 232686 w 21600"/>
                  <a:gd name="T65" fmla="*/ 169006 h 21600"/>
                  <a:gd name="T66" fmla="*/ 378371 w 21600"/>
                  <a:gd name="T67" fmla="*/ 178151 h 21600"/>
                  <a:gd name="T68" fmla="*/ 387905 w 21600"/>
                  <a:gd name="T69" fmla="*/ 236993 h 21600"/>
                  <a:gd name="T70" fmla="*/ 420076 w 21600"/>
                  <a:gd name="T71" fmla="*/ 236993 h 2160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1600" h="21600">
                    <a:moveTo>
                      <a:pt x="20709" y="14020"/>
                    </a:moveTo>
                    <a:cubicBezTo>
                      <a:pt x="20951" y="14020"/>
                      <a:pt x="21162" y="14126"/>
                      <a:pt x="21336" y="14334"/>
                    </a:cubicBezTo>
                    <a:cubicBezTo>
                      <a:pt x="21512" y="14549"/>
                      <a:pt x="21600" y="14810"/>
                      <a:pt x="21600" y="15116"/>
                    </a:cubicBezTo>
                    <a:lnTo>
                      <a:pt x="21600" y="20504"/>
                    </a:lnTo>
                    <a:cubicBezTo>
                      <a:pt x="21600" y="20816"/>
                      <a:pt x="21512" y="21071"/>
                      <a:pt x="21336" y="21286"/>
                    </a:cubicBezTo>
                    <a:cubicBezTo>
                      <a:pt x="21162" y="21494"/>
                      <a:pt x="20951" y="21600"/>
                      <a:pt x="20709" y="21600"/>
                    </a:cubicBezTo>
                    <a:lnTo>
                      <a:pt x="16198" y="21600"/>
                    </a:lnTo>
                    <a:cubicBezTo>
                      <a:pt x="15940" y="21600"/>
                      <a:pt x="15730" y="21494"/>
                      <a:pt x="15564" y="21286"/>
                    </a:cubicBezTo>
                    <a:cubicBezTo>
                      <a:pt x="15400" y="21071"/>
                      <a:pt x="15316" y="20816"/>
                      <a:pt x="15316" y="20504"/>
                    </a:cubicBezTo>
                    <a:lnTo>
                      <a:pt x="15316" y="15116"/>
                    </a:lnTo>
                    <a:cubicBezTo>
                      <a:pt x="15316" y="14810"/>
                      <a:pt x="15400" y="14549"/>
                      <a:pt x="15571" y="14334"/>
                    </a:cubicBezTo>
                    <a:cubicBezTo>
                      <a:pt x="15737" y="14126"/>
                      <a:pt x="15945" y="14020"/>
                      <a:pt x="16198" y="14020"/>
                    </a:cubicBezTo>
                    <a:lnTo>
                      <a:pt x="17789" y="14020"/>
                    </a:lnTo>
                    <a:lnTo>
                      <a:pt x="17789" y="11869"/>
                    </a:lnTo>
                    <a:cubicBezTo>
                      <a:pt x="17789" y="11699"/>
                      <a:pt x="17708" y="11611"/>
                      <a:pt x="17544" y="11602"/>
                    </a:cubicBezTo>
                    <a:lnTo>
                      <a:pt x="11473" y="11602"/>
                    </a:lnTo>
                    <a:lnTo>
                      <a:pt x="11473" y="14020"/>
                    </a:lnTo>
                    <a:lnTo>
                      <a:pt x="13054" y="14020"/>
                    </a:lnTo>
                    <a:cubicBezTo>
                      <a:pt x="13297" y="14020"/>
                      <a:pt x="13507" y="14126"/>
                      <a:pt x="13681" y="14334"/>
                    </a:cubicBezTo>
                    <a:cubicBezTo>
                      <a:pt x="13857" y="14549"/>
                      <a:pt x="13945" y="14810"/>
                      <a:pt x="13945" y="15116"/>
                    </a:cubicBezTo>
                    <a:lnTo>
                      <a:pt x="13945" y="20504"/>
                    </a:lnTo>
                    <a:cubicBezTo>
                      <a:pt x="13945" y="20816"/>
                      <a:pt x="13857" y="21071"/>
                      <a:pt x="13681" y="21286"/>
                    </a:cubicBezTo>
                    <a:cubicBezTo>
                      <a:pt x="13507" y="21494"/>
                      <a:pt x="13297" y="21600"/>
                      <a:pt x="13054" y="21600"/>
                    </a:cubicBezTo>
                    <a:lnTo>
                      <a:pt x="8543" y="21600"/>
                    </a:lnTo>
                    <a:cubicBezTo>
                      <a:pt x="8298" y="21600"/>
                      <a:pt x="8090" y="21494"/>
                      <a:pt x="7914" y="21286"/>
                    </a:cubicBezTo>
                    <a:cubicBezTo>
                      <a:pt x="7740" y="21071"/>
                      <a:pt x="7652" y="20816"/>
                      <a:pt x="7652" y="20504"/>
                    </a:cubicBezTo>
                    <a:lnTo>
                      <a:pt x="7652" y="15116"/>
                    </a:lnTo>
                    <a:cubicBezTo>
                      <a:pt x="7652" y="14810"/>
                      <a:pt x="7740" y="14549"/>
                      <a:pt x="7914" y="14334"/>
                    </a:cubicBezTo>
                    <a:cubicBezTo>
                      <a:pt x="8090" y="14126"/>
                      <a:pt x="8298" y="14020"/>
                      <a:pt x="8543" y="14020"/>
                    </a:cubicBezTo>
                    <a:lnTo>
                      <a:pt x="10124" y="14020"/>
                    </a:lnTo>
                    <a:lnTo>
                      <a:pt x="10124" y="11602"/>
                    </a:lnTo>
                    <a:lnTo>
                      <a:pt x="4056" y="11602"/>
                    </a:lnTo>
                    <a:cubicBezTo>
                      <a:pt x="3902" y="11602"/>
                      <a:pt x="3821" y="11690"/>
                      <a:pt x="3821" y="11869"/>
                    </a:cubicBezTo>
                    <a:lnTo>
                      <a:pt x="3821" y="14020"/>
                    </a:lnTo>
                    <a:lnTo>
                      <a:pt x="5402" y="14020"/>
                    </a:lnTo>
                    <a:cubicBezTo>
                      <a:pt x="5662" y="14020"/>
                      <a:pt x="5875" y="14126"/>
                      <a:pt x="6054" y="14334"/>
                    </a:cubicBezTo>
                    <a:cubicBezTo>
                      <a:pt x="6230" y="14549"/>
                      <a:pt x="6316" y="14810"/>
                      <a:pt x="6316" y="15116"/>
                    </a:cubicBezTo>
                    <a:lnTo>
                      <a:pt x="6316" y="20504"/>
                    </a:lnTo>
                    <a:cubicBezTo>
                      <a:pt x="6316" y="20816"/>
                      <a:pt x="6230" y="21071"/>
                      <a:pt x="6054" y="21286"/>
                    </a:cubicBezTo>
                    <a:cubicBezTo>
                      <a:pt x="5877" y="21494"/>
                      <a:pt x="5664" y="21600"/>
                      <a:pt x="5402" y="21600"/>
                    </a:cubicBezTo>
                    <a:lnTo>
                      <a:pt x="913" y="21600"/>
                    </a:lnTo>
                    <a:cubicBezTo>
                      <a:pt x="658" y="21600"/>
                      <a:pt x="441" y="21494"/>
                      <a:pt x="262" y="21286"/>
                    </a:cubicBezTo>
                    <a:cubicBezTo>
                      <a:pt x="88" y="21071"/>
                      <a:pt x="0" y="20816"/>
                      <a:pt x="0" y="20504"/>
                    </a:cubicBezTo>
                    <a:lnTo>
                      <a:pt x="0" y="15116"/>
                    </a:lnTo>
                    <a:cubicBezTo>
                      <a:pt x="0" y="14810"/>
                      <a:pt x="88" y="14549"/>
                      <a:pt x="262" y="14334"/>
                    </a:cubicBezTo>
                    <a:cubicBezTo>
                      <a:pt x="438" y="14126"/>
                      <a:pt x="656" y="14020"/>
                      <a:pt x="913" y="14020"/>
                    </a:cubicBezTo>
                    <a:lnTo>
                      <a:pt x="2472" y="14020"/>
                    </a:lnTo>
                    <a:lnTo>
                      <a:pt x="2472" y="11869"/>
                    </a:lnTo>
                    <a:cubicBezTo>
                      <a:pt x="2472" y="11352"/>
                      <a:pt x="2629" y="10912"/>
                      <a:pt x="2942" y="10544"/>
                    </a:cubicBezTo>
                    <a:cubicBezTo>
                      <a:pt x="3253" y="10180"/>
                      <a:pt x="3623" y="9998"/>
                      <a:pt x="4054" y="9998"/>
                    </a:cubicBezTo>
                    <a:lnTo>
                      <a:pt x="10122" y="9998"/>
                    </a:lnTo>
                    <a:lnTo>
                      <a:pt x="10122" y="7551"/>
                    </a:lnTo>
                    <a:lnTo>
                      <a:pt x="8541" y="7551"/>
                    </a:lnTo>
                    <a:cubicBezTo>
                      <a:pt x="8296" y="7551"/>
                      <a:pt x="8088" y="7451"/>
                      <a:pt x="7912" y="7248"/>
                    </a:cubicBezTo>
                    <a:cubicBezTo>
                      <a:pt x="7738" y="7045"/>
                      <a:pt x="7650" y="6790"/>
                      <a:pt x="7650" y="6484"/>
                    </a:cubicBezTo>
                    <a:lnTo>
                      <a:pt x="7650" y="1066"/>
                    </a:lnTo>
                    <a:cubicBezTo>
                      <a:pt x="7650" y="776"/>
                      <a:pt x="7738" y="523"/>
                      <a:pt x="7912" y="314"/>
                    </a:cubicBezTo>
                    <a:cubicBezTo>
                      <a:pt x="8088" y="103"/>
                      <a:pt x="8296" y="0"/>
                      <a:pt x="8541" y="0"/>
                    </a:cubicBezTo>
                    <a:lnTo>
                      <a:pt x="13052" y="0"/>
                    </a:lnTo>
                    <a:cubicBezTo>
                      <a:pt x="13294" y="0"/>
                      <a:pt x="13505" y="103"/>
                      <a:pt x="13679" y="314"/>
                    </a:cubicBezTo>
                    <a:cubicBezTo>
                      <a:pt x="13855" y="523"/>
                      <a:pt x="13943" y="776"/>
                      <a:pt x="13943" y="1066"/>
                    </a:cubicBezTo>
                    <a:lnTo>
                      <a:pt x="13943" y="6484"/>
                    </a:lnTo>
                    <a:cubicBezTo>
                      <a:pt x="13943" y="6790"/>
                      <a:pt x="13855" y="7045"/>
                      <a:pt x="13679" y="7248"/>
                    </a:cubicBezTo>
                    <a:cubicBezTo>
                      <a:pt x="13505" y="7451"/>
                      <a:pt x="13294" y="7551"/>
                      <a:pt x="13052" y="7551"/>
                    </a:cubicBezTo>
                    <a:lnTo>
                      <a:pt x="11471" y="7551"/>
                    </a:lnTo>
                    <a:lnTo>
                      <a:pt x="11471" y="9998"/>
                    </a:lnTo>
                    <a:lnTo>
                      <a:pt x="17541" y="9998"/>
                    </a:lnTo>
                    <a:cubicBezTo>
                      <a:pt x="17970" y="9998"/>
                      <a:pt x="18339" y="10177"/>
                      <a:pt x="18653" y="10539"/>
                    </a:cubicBezTo>
                    <a:cubicBezTo>
                      <a:pt x="18966" y="10900"/>
                      <a:pt x="19123" y="11344"/>
                      <a:pt x="19123" y="11869"/>
                    </a:cubicBezTo>
                    <a:lnTo>
                      <a:pt x="19123" y="14020"/>
                    </a:lnTo>
                    <a:lnTo>
                      <a:pt x="20709" y="14020"/>
                    </a:lnTo>
                    <a:close/>
                    <a:moveTo>
                      <a:pt x="20709" y="14020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0" tIns="0" rIns="0" bIns="0">
                <a:noAutofit/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 sz="1865" dirty="0">
                  <a:latin typeface="Arial" panose="020B0604020202090204" pitchFamily="34" charset="0"/>
                  <a:ea typeface="微软雅黑" panose="020B0703020204020201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1767" name="AutoShape 16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12857" y="6484"/>
                <a:ext cx="635" cy="615"/>
              </a:xfrm>
              <a:custGeom>
                <a:avLst/>
                <a:gdLst>
                  <a:gd name="T0" fmla="*/ 375933 w 21600"/>
                  <a:gd name="T1" fmla="*/ 0 h 21600"/>
                  <a:gd name="T2" fmla="*/ 27292 w 21600"/>
                  <a:gd name="T3" fmla="*/ 0 h 21600"/>
                  <a:gd name="T4" fmla="*/ 0 w 21600"/>
                  <a:gd name="T5" fmla="*/ 27680 h 21600"/>
                  <a:gd name="T6" fmla="*/ 0 w 21600"/>
                  <a:gd name="T7" fmla="*/ 279822 h 21600"/>
                  <a:gd name="T8" fmla="*/ 27292 w 21600"/>
                  <a:gd name="T9" fmla="*/ 307502 h 21600"/>
                  <a:gd name="T10" fmla="*/ 160693 w 21600"/>
                  <a:gd name="T11" fmla="*/ 307502 h 21600"/>
                  <a:gd name="T12" fmla="*/ 118242 w 21600"/>
                  <a:gd name="T13" fmla="*/ 362845 h 21600"/>
                  <a:gd name="T14" fmla="*/ 118242 w 21600"/>
                  <a:gd name="T15" fmla="*/ 390525 h 21600"/>
                  <a:gd name="T16" fmla="*/ 160693 w 21600"/>
                  <a:gd name="T17" fmla="*/ 390525 h 21600"/>
                  <a:gd name="T18" fmla="*/ 242532 w 21600"/>
                  <a:gd name="T19" fmla="*/ 390525 h 21600"/>
                  <a:gd name="T20" fmla="*/ 281959 w 21600"/>
                  <a:gd name="T21" fmla="*/ 390525 h 21600"/>
                  <a:gd name="T22" fmla="*/ 281959 w 21600"/>
                  <a:gd name="T23" fmla="*/ 362845 h 21600"/>
                  <a:gd name="T24" fmla="*/ 242532 w 21600"/>
                  <a:gd name="T25" fmla="*/ 307502 h 21600"/>
                  <a:gd name="T26" fmla="*/ 375933 w 21600"/>
                  <a:gd name="T27" fmla="*/ 307502 h 21600"/>
                  <a:gd name="T28" fmla="*/ 403225 w 21600"/>
                  <a:gd name="T29" fmla="*/ 279822 h 21600"/>
                  <a:gd name="T30" fmla="*/ 403225 w 21600"/>
                  <a:gd name="T31" fmla="*/ 27680 h 21600"/>
                  <a:gd name="T32" fmla="*/ 375933 w 21600"/>
                  <a:gd name="T33" fmla="*/ 0 h 21600"/>
                  <a:gd name="T34" fmla="*/ 178875 w 21600"/>
                  <a:gd name="T35" fmla="*/ 273675 h 21600"/>
                  <a:gd name="T36" fmla="*/ 203125 w 21600"/>
                  <a:gd name="T37" fmla="*/ 252142 h 21600"/>
                  <a:gd name="T38" fmla="*/ 227374 w 21600"/>
                  <a:gd name="T39" fmla="*/ 273675 h 21600"/>
                  <a:gd name="T40" fmla="*/ 203125 w 21600"/>
                  <a:gd name="T41" fmla="*/ 298282 h 21600"/>
                  <a:gd name="T42" fmla="*/ 178875 w 21600"/>
                  <a:gd name="T43" fmla="*/ 273675 h 21600"/>
                  <a:gd name="T44" fmla="*/ 372908 w 21600"/>
                  <a:gd name="T45" fmla="*/ 242921 h 21600"/>
                  <a:gd name="T46" fmla="*/ 27292 w 21600"/>
                  <a:gd name="T47" fmla="*/ 242921 h 21600"/>
                  <a:gd name="T48" fmla="*/ 27292 w 21600"/>
                  <a:gd name="T49" fmla="*/ 30754 h 21600"/>
                  <a:gd name="T50" fmla="*/ 372908 w 21600"/>
                  <a:gd name="T51" fmla="*/ 30754 h 21600"/>
                  <a:gd name="T52" fmla="*/ 372908 w 21600"/>
                  <a:gd name="T53" fmla="*/ 242921 h 21600"/>
                  <a:gd name="T54" fmla="*/ 372908 w 21600"/>
                  <a:gd name="T55" fmla="*/ 242921 h 21600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21600" h="21600">
                    <a:moveTo>
                      <a:pt x="20138" y="0"/>
                    </a:moveTo>
                    <a:cubicBezTo>
                      <a:pt x="1462" y="0"/>
                      <a:pt x="1462" y="0"/>
                      <a:pt x="1462" y="0"/>
                    </a:cubicBezTo>
                    <a:cubicBezTo>
                      <a:pt x="650" y="0"/>
                      <a:pt x="0" y="680"/>
                      <a:pt x="0" y="1531"/>
                    </a:cubicBezTo>
                    <a:cubicBezTo>
                      <a:pt x="0" y="15477"/>
                      <a:pt x="0" y="15477"/>
                      <a:pt x="0" y="15477"/>
                    </a:cubicBezTo>
                    <a:cubicBezTo>
                      <a:pt x="0" y="16328"/>
                      <a:pt x="650" y="17008"/>
                      <a:pt x="1462" y="17008"/>
                    </a:cubicBezTo>
                    <a:cubicBezTo>
                      <a:pt x="8608" y="17008"/>
                      <a:pt x="8608" y="17008"/>
                      <a:pt x="8608" y="17008"/>
                    </a:cubicBezTo>
                    <a:cubicBezTo>
                      <a:pt x="8608" y="17008"/>
                      <a:pt x="8932" y="20069"/>
                      <a:pt x="6334" y="20069"/>
                    </a:cubicBezTo>
                    <a:cubicBezTo>
                      <a:pt x="6334" y="21600"/>
                      <a:pt x="6334" y="21600"/>
                      <a:pt x="6334" y="21600"/>
                    </a:cubicBezTo>
                    <a:cubicBezTo>
                      <a:pt x="8608" y="21600"/>
                      <a:pt x="8608" y="21600"/>
                      <a:pt x="8608" y="21600"/>
                    </a:cubicBezTo>
                    <a:cubicBezTo>
                      <a:pt x="12992" y="21600"/>
                      <a:pt x="12992" y="21600"/>
                      <a:pt x="12992" y="21600"/>
                    </a:cubicBezTo>
                    <a:cubicBezTo>
                      <a:pt x="15104" y="21600"/>
                      <a:pt x="15104" y="21600"/>
                      <a:pt x="15104" y="21600"/>
                    </a:cubicBezTo>
                    <a:cubicBezTo>
                      <a:pt x="15104" y="20069"/>
                      <a:pt x="15104" y="20069"/>
                      <a:pt x="15104" y="20069"/>
                    </a:cubicBezTo>
                    <a:cubicBezTo>
                      <a:pt x="12505" y="20069"/>
                      <a:pt x="12992" y="17008"/>
                      <a:pt x="12992" y="17008"/>
                    </a:cubicBezTo>
                    <a:cubicBezTo>
                      <a:pt x="20138" y="17008"/>
                      <a:pt x="20138" y="17008"/>
                      <a:pt x="20138" y="17008"/>
                    </a:cubicBezTo>
                    <a:cubicBezTo>
                      <a:pt x="20950" y="17008"/>
                      <a:pt x="21600" y="16328"/>
                      <a:pt x="21600" y="15477"/>
                    </a:cubicBezTo>
                    <a:cubicBezTo>
                      <a:pt x="21600" y="1531"/>
                      <a:pt x="21600" y="1531"/>
                      <a:pt x="21600" y="1531"/>
                    </a:cubicBezTo>
                    <a:cubicBezTo>
                      <a:pt x="21600" y="680"/>
                      <a:pt x="20950" y="0"/>
                      <a:pt x="20138" y="0"/>
                    </a:cubicBezTo>
                    <a:close/>
                    <a:moveTo>
                      <a:pt x="9582" y="15137"/>
                    </a:moveTo>
                    <a:cubicBezTo>
                      <a:pt x="9582" y="14457"/>
                      <a:pt x="10232" y="13946"/>
                      <a:pt x="10881" y="13946"/>
                    </a:cubicBezTo>
                    <a:cubicBezTo>
                      <a:pt x="11531" y="13946"/>
                      <a:pt x="12180" y="14457"/>
                      <a:pt x="12180" y="15137"/>
                    </a:cubicBezTo>
                    <a:cubicBezTo>
                      <a:pt x="12180" y="15817"/>
                      <a:pt x="11531" y="16498"/>
                      <a:pt x="10881" y="16498"/>
                    </a:cubicBezTo>
                    <a:cubicBezTo>
                      <a:pt x="10232" y="16498"/>
                      <a:pt x="9582" y="15817"/>
                      <a:pt x="9582" y="15137"/>
                    </a:cubicBezTo>
                    <a:close/>
                    <a:moveTo>
                      <a:pt x="19976" y="13436"/>
                    </a:moveTo>
                    <a:cubicBezTo>
                      <a:pt x="1462" y="13436"/>
                      <a:pt x="1462" y="13436"/>
                      <a:pt x="1462" y="13436"/>
                    </a:cubicBezTo>
                    <a:cubicBezTo>
                      <a:pt x="1462" y="1701"/>
                      <a:pt x="1462" y="1701"/>
                      <a:pt x="1462" y="1701"/>
                    </a:cubicBezTo>
                    <a:cubicBezTo>
                      <a:pt x="19976" y="1701"/>
                      <a:pt x="19976" y="1701"/>
                      <a:pt x="19976" y="1701"/>
                    </a:cubicBezTo>
                    <a:lnTo>
                      <a:pt x="19976" y="13436"/>
                    </a:lnTo>
                    <a:close/>
                    <a:moveTo>
                      <a:pt x="19976" y="13436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0" tIns="0" rIns="0" bIns="0">
                <a:noAutofit/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 sz="1865" dirty="0">
                  <a:latin typeface="Arial" panose="020B0604020202090204" pitchFamily="34" charset="0"/>
                  <a:ea typeface="微软雅黑" panose="020B0703020204020201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1769" name="Rectangle 21"/>
              <p:cNvSpPr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10707" y="5038"/>
                <a:ext cx="1498" cy="9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dirty="0">
                    <a:solidFill>
                      <a:srgbClr val="FFFFFF"/>
                    </a:solidFill>
                    <a:latin typeface="Source Han Sans CN Regular" panose="020B0500000000000000" charset="-122"/>
                    <a:ea typeface="Source Han Sans CN Regular" panose="020B0500000000000000" charset="-122"/>
                    <a:sym typeface="Arial" panose="020B0604020202090204" pitchFamily="34" charset="0"/>
                  </a:rPr>
                  <a:t>03</a:t>
                </a:r>
                <a:endParaRPr lang="en-US" altLang="zh-CN" sz="2000" dirty="0">
                  <a:solidFill>
                    <a:srgbClr val="FFFFFF"/>
                  </a:solidFill>
                  <a:latin typeface="Source Han Sans CN Regular" panose="020B0500000000000000" charset="-122"/>
                  <a:ea typeface="Source Han Sans CN Regular" panose="020B0500000000000000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1771" name="Rectangle 21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2442" y="7072"/>
                <a:ext cx="1496" cy="9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dirty="0">
                    <a:solidFill>
                      <a:srgbClr val="FFFFFF"/>
                    </a:solidFill>
                    <a:latin typeface="Source Han Sans CN Regular" panose="020B0500000000000000" charset="-122"/>
                    <a:ea typeface="Source Han Sans CN Regular" panose="020B0500000000000000" charset="-122"/>
                    <a:sym typeface="Arial" panose="020B0604020202090204" pitchFamily="34" charset="0"/>
                  </a:rPr>
                  <a:t>04</a:t>
                </a:r>
                <a:endParaRPr lang="en-US" altLang="zh-CN" sz="2000" dirty="0">
                  <a:solidFill>
                    <a:srgbClr val="FFFFFF"/>
                  </a:solidFill>
                  <a:latin typeface="Source Han Sans CN Regular" panose="020B0500000000000000" charset="-122"/>
                  <a:ea typeface="Source Han Sans CN Regular" panose="020B0500000000000000" charset="-122"/>
                  <a:sym typeface="Arial" panose="020B0604020202090204" pitchFamily="34" charset="0"/>
                </a:endParaRPr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2746" y="1205"/>
              <a:ext cx="5140" cy="2766"/>
              <a:chOff x="1160" y="1533"/>
              <a:chExt cx="5140" cy="2766"/>
            </a:xfrm>
          </p:grpSpPr>
          <p:sp>
            <p:nvSpPr>
              <p:cNvPr id="64" name="文本框 63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1160" y="1533"/>
                <a:ext cx="5140" cy="9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 anchor="ctr" anchorCtr="0">
                <a:noAutofit/>
              </a:bodyPr>
              <a:p>
                <a:pPr algn="r"/>
                <a:r>
                  <a:rPr lang="zh-CN" altLang="en-US" sz="1600" noProof="0" dirty="0">
                    <a:solidFill>
                      <a:srgbClr val="000000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{{####}}</a:t>
                </a:r>
                <a:endParaRPr lang="zh-CN" altLang="en-US" sz="1600" b="1" noProof="0" dirty="0">
                  <a:solidFill>
                    <a:srgbClr val="000000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ea"/>
                </a:endParaRPr>
              </a:p>
            </p:txBody>
          </p:sp>
          <p:sp>
            <p:nvSpPr>
              <p:cNvPr id="65" name="文本框 64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1160" y="2462"/>
                <a:ext cx="5140" cy="18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>
                <a:noAutofit/>
              </a:bodyPr>
              <a:p>
                <a:pPr marL="0" marR="0" lvl="0" indent="0" algn="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20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{{#####}}</a:t>
                </a:r>
                <a:endParaRPr lang="zh-CN" altLang="en-US" sz="12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cs typeface="阿里巴巴普惠体" panose="00020600040101010101" pitchFamily="18" charset="-122"/>
                  <a:sym typeface="+mn-ea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10734" y="1205"/>
              <a:ext cx="5140" cy="2766"/>
              <a:chOff x="1160" y="1533"/>
              <a:chExt cx="5140" cy="2766"/>
            </a:xfrm>
          </p:grpSpPr>
          <p:sp>
            <p:nvSpPr>
              <p:cNvPr id="67" name="文本框 66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1160" y="1533"/>
                <a:ext cx="5140" cy="9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 anchor="ctr" anchorCtr="0">
                <a:noAutofit/>
              </a:bodyPr>
              <a:p>
                <a:pPr algn="l"/>
                <a:r>
                  <a:rPr lang="zh-CN" altLang="en-US" sz="1600" noProof="0" dirty="0">
                    <a:solidFill>
                      <a:srgbClr val="000000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{{####}}</a:t>
                </a:r>
                <a:endParaRPr lang="zh-CN" altLang="en-US" sz="1600" b="1" noProof="0" dirty="0">
                  <a:solidFill>
                    <a:srgbClr val="000000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ea"/>
                </a:endParaRPr>
              </a:p>
            </p:txBody>
          </p:sp>
          <p:sp>
            <p:nvSpPr>
              <p:cNvPr id="68" name="文本框 67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1160" y="2462"/>
                <a:ext cx="5140" cy="18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>
                <a:noAutofit/>
              </a:bodyPr>
              <a:p>
                <a:pPr marL="0" marR="0" lvl="0" indent="0" algn="l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20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{{#####}}</a:t>
                </a:r>
                <a:endParaRPr lang="zh-CN" altLang="en-US" sz="12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cs typeface="阿里巴巴普惠体" panose="00020600040101010101" pitchFamily="18" charset="-122"/>
                  <a:sym typeface="+mn-ea"/>
                </a:endParaRP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416" y="7668"/>
              <a:ext cx="5140" cy="2766"/>
              <a:chOff x="1160" y="1533"/>
              <a:chExt cx="5140" cy="2766"/>
            </a:xfrm>
          </p:grpSpPr>
          <p:sp>
            <p:nvSpPr>
              <p:cNvPr id="70" name="文本框 69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1160" y="1533"/>
                <a:ext cx="5140" cy="9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 anchor="ctr" anchorCtr="0">
                <a:noAutofit/>
              </a:bodyPr>
              <a:p>
                <a:pPr algn="r"/>
                <a:r>
                  <a:rPr lang="zh-CN" altLang="en-US" sz="1600" noProof="0" dirty="0">
                    <a:solidFill>
                      <a:srgbClr val="000000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{{####}}</a:t>
                </a:r>
                <a:endParaRPr lang="zh-CN" altLang="en-US" sz="1600" b="1" noProof="0" dirty="0">
                  <a:solidFill>
                    <a:srgbClr val="000000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ea"/>
                </a:endParaRPr>
              </a:p>
            </p:txBody>
          </p:sp>
          <p:sp>
            <p:nvSpPr>
              <p:cNvPr id="71" name="文本框 70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1160" y="2462"/>
                <a:ext cx="5140" cy="18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>
                <a:noAutofit/>
              </a:bodyPr>
              <a:p>
                <a:pPr marL="0" marR="0" lvl="0" indent="0" algn="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20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{{#####}}</a:t>
                </a:r>
                <a:endParaRPr lang="zh-CN" altLang="en-US" sz="12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cs typeface="阿里巴巴普惠体" panose="00020600040101010101" pitchFamily="18" charset="-122"/>
                  <a:sym typeface="+mn-ea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13181" y="7668"/>
              <a:ext cx="5140" cy="2766"/>
              <a:chOff x="1160" y="1533"/>
              <a:chExt cx="5140" cy="2766"/>
            </a:xfrm>
          </p:grpSpPr>
          <p:sp>
            <p:nvSpPr>
              <p:cNvPr id="74" name="文本框 73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1160" y="1533"/>
                <a:ext cx="5140" cy="9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 anchor="ctr" anchorCtr="0">
                <a:noAutofit/>
              </a:bodyPr>
              <a:p>
                <a:pPr algn="l"/>
                <a:r>
                  <a:rPr lang="zh-CN" altLang="en-US" sz="1600" noProof="0" dirty="0">
                    <a:solidFill>
                      <a:srgbClr val="000000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{{####}}</a:t>
                </a:r>
                <a:endParaRPr lang="zh-CN" altLang="en-US" sz="1600" b="1" noProof="0" dirty="0">
                  <a:solidFill>
                    <a:srgbClr val="000000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ea"/>
                </a:endParaRPr>
              </a:p>
            </p:txBody>
          </p:sp>
          <p:sp>
            <p:nvSpPr>
              <p:cNvPr id="75" name="文本框 74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1160" y="2462"/>
                <a:ext cx="5140" cy="18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>
                <a:noAutofit/>
              </a:bodyPr>
              <a:p>
                <a:pPr marL="0" marR="0" lvl="0" indent="0" algn="l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20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{{#####}}</a:t>
                </a:r>
                <a:endParaRPr lang="zh-CN" altLang="en-US" sz="12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cs typeface="阿里巴巴普惠体" panose="00020600040101010101" pitchFamily="18" charset="-122"/>
                  <a:sym typeface="+mn-ea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7" name="组合 16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3" name="图片 2" descr="13备份 1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>
              <p:custDataLst>
                <p:tags r:id="rId3"/>
              </p:custDataLst>
            </p:nvPr>
          </p:nvSpPr>
          <p:spPr>
            <a:xfrm>
              <a:off x="1514" y="356"/>
              <a:ext cx="14037" cy="87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/>
              <a:r>
                <a:rPr lang="zh-CN" altLang="en-US" sz="2000" b="1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rPr>
                <a:t>{{###}}</a:t>
              </a:r>
              <a:endParaRPr lang="zh-CN" altLang="en-US" sz="2000" b="1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lt"/>
              </a:endParaRPr>
            </a:p>
          </p:txBody>
        </p:sp>
        <p:pic>
          <p:nvPicPr>
            <p:cNvPr id="20" name="图片 19" descr="消防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8" y="356"/>
              <a:ext cx="836" cy="984"/>
            </a:xfrm>
            <a:prstGeom prst="rect">
              <a:avLst/>
            </a:prstGeom>
          </p:spPr>
        </p:pic>
      </p:grpSp>
      <p:grpSp>
        <p:nvGrpSpPr>
          <p:cNvPr id="21" name="组合 20"/>
          <p:cNvGrpSpPr/>
          <p:nvPr/>
        </p:nvGrpSpPr>
        <p:grpSpPr>
          <a:xfrm>
            <a:off x="660400" y="1165860"/>
            <a:ext cx="11153775" cy="5160010"/>
            <a:chOff x="1040" y="1836"/>
            <a:chExt cx="17565" cy="8126"/>
          </a:xfrm>
        </p:grpSpPr>
        <p:cxnSp>
          <p:nvCxnSpPr>
            <p:cNvPr id="9" name="直接连接符 8"/>
            <p:cNvCxnSpPr/>
            <p:nvPr>
              <p:custDataLst>
                <p:tags r:id="rId6"/>
              </p:custDataLst>
            </p:nvPr>
          </p:nvCxnSpPr>
          <p:spPr>
            <a:xfrm>
              <a:off x="13665" y="3069"/>
              <a:ext cx="0" cy="1793"/>
            </a:xfrm>
            <a:prstGeom prst="line">
              <a:avLst/>
            </a:prstGeom>
            <a:ln w="3175" cap="rnd">
              <a:solidFill>
                <a:schemeClr val="tx2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>
              <p:custDataLst>
                <p:tags r:id="rId7"/>
              </p:custDataLst>
            </p:nvPr>
          </p:nvCxnSpPr>
          <p:spPr>
            <a:xfrm>
              <a:off x="13665" y="7009"/>
              <a:ext cx="0" cy="1793"/>
            </a:xfrm>
            <a:prstGeom prst="line">
              <a:avLst/>
            </a:prstGeom>
            <a:ln w="3175" cap="rnd">
              <a:solidFill>
                <a:schemeClr val="tx2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圆角矩形 9"/>
            <p:cNvSpPr/>
            <p:nvPr>
              <p:custDataLst>
                <p:tags r:id="rId8"/>
              </p:custDataLst>
            </p:nvPr>
          </p:nvSpPr>
          <p:spPr>
            <a:xfrm>
              <a:off x="1040" y="3201"/>
              <a:ext cx="7177" cy="3940"/>
            </a:xfrm>
            <a:prstGeom prst="roundRect">
              <a:avLst>
                <a:gd name="adj" fmla="val 5645"/>
              </a:avLst>
            </a:prstGeom>
            <a:blipFill rotWithShape="1">
              <a:blip r:embed="rId9"/>
              <a:srcRect/>
              <a:stretch>
                <a:fillRect/>
              </a:stretch>
            </a:blipFill>
            <a:ln w="3175">
              <a:noFill/>
              <a:prstDash val="sysDash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10"/>
              </p:custDataLst>
            </p:nvPr>
          </p:nvSpPr>
          <p:spPr>
            <a:xfrm>
              <a:off x="10836" y="1836"/>
              <a:ext cx="707" cy="713"/>
            </a:xfrm>
            <a:custGeom>
              <a:avLst/>
              <a:gdLst>
                <a:gd name="connsiteX0" fmla="*/ 24905 w 565449"/>
                <a:gd name="connsiteY0" fmla="*/ 197064 h 570035"/>
                <a:gd name="connsiteX1" fmla="*/ 187249 w 565449"/>
                <a:gd name="connsiteY1" fmla="*/ 197064 h 570035"/>
                <a:gd name="connsiteX2" fmla="*/ 212154 w 565449"/>
                <a:gd name="connsiteY2" fmla="*/ 222850 h 570035"/>
                <a:gd name="connsiteX3" fmla="*/ 212154 w 565449"/>
                <a:gd name="connsiteY3" fmla="*/ 378484 h 570035"/>
                <a:gd name="connsiteX4" fmla="*/ 187249 w 565449"/>
                <a:gd name="connsiteY4" fmla="*/ 403349 h 570035"/>
                <a:gd name="connsiteX5" fmla="*/ 167879 w 565449"/>
                <a:gd name="connsiteY5" fmla="*/ 394140 h 570035"/>
                <a:gd name="connsiteX6" fmla="*/ 157732 w 565449"/>
                <a:gd name="connsiteY6" fmla="*/ 546091 h 570035"/>
                <a:gd name="connsiteX7" fmla="*/ 131905 w 565449"/>
                <a:gd name="connsiteY7" fmla="*/ 570035 h 570035"/>
                <a:gd name="connsiteX8" fmla="*/ 80250 w 565449"/>
                <a:gd name="connsiteY8" fmla="*/ 570035 h 570035"/>
                <a:gd name="connsiteX9" fmla="*/ 54422 w 565449"/>
                <a:gd name="connsiteY9" fmla="*/ 546091 h 570035"/>
                <a:gd name="connsiteX10" fmla="*/ 45198 w 565449"/>
                <a:gd name="connsiteY10" fmla="*/ 394140 h 570035"/>
                <a:gd name="connsiteX11" fmla="*/ 25827 w 565449"/>
                <a:gd name="connsiteY11" fmla="*/ 403349 h 570035"/>
                <a:gd name="connsiteX12" fmla="*/ 0 w 565449"/>
                <a:gd name="connsiteY12" fmla="*/ 378484 h 570035"/>
                <a:gd name="connsiteX13" fmla="*/ 0 w 565449"/>
                <a:gd name="connsiteY13" fmla="*/ 222850 h 570035"/>
                <a:gd name="connsiteX14" fmla="*/ 24905 w 565449"/>
                <a:gd name="connsiteY14" fmla="*/ 197064 h 570035"/>
                <a:gd name="connsiteX15" fmla="*/ 445512 w 565449"/>
                <a:gd name="connsiteY15" fmla="*/ 95801 h 570035"/>
                <a:gd name="connsiteX16" fmla="*/ 428905 w 565449"/>
                <a:gd name="connsiteY16" fmla="*/ 112382 h 570035"/>
                <a:gd name="connsiteX17" fmla="*/ 445512 w 565449"/>
                <a:gd name="connsiteY17" fmla="*/ 128041 h 570035"/>
                <a:gd name="connsiteX18" fmla="*/ 461196 w 565449"/>
                <a:gd name="connsiteY18" fmla="*/ 112382 h 570035"/>
                <a:gd name="connsiteX19" fmla="*/ 445512 w 565449"/>
                <a:gd name="connsiteY19" fmla="*/ 95801 h 570035"/>
                <a:gd name="connsiteX20" fmla="*/ 393846 w 565449"/>
                <a:gd name="connsiteY20" fmla="*/ 95801 h 570035"/>
                <a:gd name="connsiteX21" fmla="*/ 377240 w 565449"/>
                <a:gd name="connsiteY21" fmla="*/ 112382 h 570035"/>
                <a:gd name="connsiteX22" fmla="*/ 393846 w 565449"/>
                <a:gd name="connsiteY22" fmla="*/ 128041 h 570035"/>
                <a:gd name="connsiteX23" fmla="*/ 409530 w 565449"/>
                <a:gd name="connsiteY23" fmla="*/ 112382 h 570035"/>
                <a:gd name="connsiteX24" fmla="*/ 393846 w 565449"/>
                <a:gd name="connsiteY24" fmla="*/ 95801 h 570035"/>
                <a:gd name="connsiteX25" fmla="*/ 342181 w 565449"/>
                <a:gd name="connsiteY25" fmla="*/ 95801 h 570035"/>
                <a:gd name="connsiteX26" fmla="*/ 326497 w 565449"/>
                <a:gd name="connsiteY26" fmla="*/ 112382 h 570035"/>
                <a:gd name="connsiteX27" fmla="*/ 342181 w 565449"/>
                <a:gd name="connsiteY27" fmla="*/ 128041 h 570035"/>
                <a:gd name="connsiteX28" fmla="*/ 358788 w 565449"/>
                <a:gd name="connsiteY28" fmla="*/ 112382 h 570035"/>
                <a:gd name="connsiteX29" fmla="*/ 342181 w 565449"/>
                <a:gd name="connsiteY29" fmla="*/ 95801 h 570035"/>
                <a:gd name="connsiteX30" fmla="*/ 106004 w 565449"/>
                <a:gd name="connsiteY30" fmla="*/ 42312 h 570035"/>
                <a:gd name="connsiteX31" fmla="*/ 175169 w 565449"/>
                <a:gd name="connsiteY31" fmla="*/ 111403 h 570035"/>
                <a:gd name="connsiteX32" fmla="*/ 106004 w 565449"/>
                <a:gd name="connsiteY32" fmla="*/ 180494 h 570035"/>
                <a:gd name="connsiteX33" fmla="*/ 36839 w 565449"/>
                <a:gd name="connsiteY33" fmla="*/ 111403 h 570035"/>
                <a:gd name="connsiteX34" fmla="*/ 106004 w 565449"/>
                <a:gd name="connsiteY34" fmla="*/ 42312 h 570035"/>
                <a:gd name="connsiteX35" fmla="*/ 400304 w 565449"/>
                <a:gd name="connsiteY35" fmla="*/ 0 h 570035"/>
                <a:gd name="connsiteX36" fmla="*/ 565449 w 565449"/>
                <a:gd name="connsiteY36" fmla="*/ 112382 h 570035"/>
                <a:gd name="connsiteX37" fmla="*/ 400304 w 565449"/>
                <a:gd name="connsiteY37" fmla="*/ 223842 h 570035"/>
                <a:gd name="connsiteX38" fmla="*/ 264683 w 565449"/>
                <a:gd name="connsiteY38" fmla="*/ 176863 h 570035"/>
                <a:gd name="connsiteX39" fmla="*/ 257302 w 565449"/>
                <a:gd name="connsiteY39" fmla="*/ 173178 h 570035"/>
                <a:gd name="connsiteX40" fmla="*/ 213940 w 565449"/>
                <a:gd name="connsiteY40" fmla="*/ 164888 h 570035"/>
                <a:gd name="connsiteX41" fmla="*/ 203791 w 565449"/>
                <a:gd name="connsiteY41" fmla="*/ 155676 h 570035"/>
                <a:gd name="connsiteX42" fmla="*/ 206559 w 565449"/>
                <a:gd name="connsiteY42" fmla="*/ 141859 h 570035"/>
                <a:gd name="connsiteX43" fmla="*/ 231469 w 565449"/>
                <a:gd name="connsiteY43" fmla="*/ 114224 h 570035"/>
                <a:gd name="connsiteX44" fmla="*/ 235160 w 565449"/>
                <a:gd name="connsiteY44" fmla="*/ 105933 h 570035"/>
                <a:gd name="connsiteX45" fmla="*/ 400304 w 565449"/>
                <a:gd name="connsiteY45" fmla="*/ 0 h 57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65449" h="570035">
                  <a:moveTo>
                    <a:pt x="24905" y="197064"/>
                  </a:moveTo>
                  <a:cubicBezTo>
                    <a:pt x="35974" y="197064"/>
                    <a:pt x="187249" y="197064"/>
                    <a:pt x="187249" y="197064"/>
                  </a:cubicBezTo>
                  <a:cubicBezTo>
                    <a:pt x="201085" y="197064"/>
                    <a:pt x="212154" y="209036"/>
                    <a:pt x="212154" y="222850"/>
                  </a:cubicBezTo>
                  <a:lnTo>
                    <a:pt x="212154" y="378484"/>
                  </a:lnTo>
                  <a:cubicBezTo>
                    <a:pt x="212154" y="392298"/>
                    <a:pt x="200163" y="403349"/>
                    <a:pt x="187249" y="403349"/>
                  </a:cubicBezTo>
                  <a:cubicBezTo>
                    <a:pt x="178948" y="403349"/>
                    <a:pt x="172491" y="399666"/>
                    <a:pt x="167879" y="394140"/>
                  </a:cubicBezTo>
                  <a:lnTo>
                    <a:pt x="157732" y="546091"/>
                  </a:lnTo>
                  <a:cubicBezTo>
                    <a:pt x="156810" y="559905"/>
                    <a:pt x="145741" y="570035"/>
                    <a:pt x="131905" y="570035"/>
                  </a:cubicBezTo>
                  <a:lnTo>
                    <a:pt x="80250" y="570035"/>
                  </a:lnTo>
                  <a:cubicBezTo>
                    <a:pt x="66414" y="570035"/>
                    <a:pt x="55345" y="559905"/>
                    <a:pt x="54422" y="546091"/>
                  </a:cubicBezTo>
                  <a:lnTo>
                    <a:pt x="45198" y="394140"/>
                  </a:lnTo>
                  <a:cubicBezTo>
                    <a:pt x="40586" y="399666"/>
                    <a:pt x="33206" y="403349"/>
                    <a:pt x="25827" y="403349"/>
                  </a:cubicBezTo>
                  <a:cubicBezTo>
                    <a:pt x="11991" y="403349"/>
                    <a:pt x="922" y="392298"/>
                    <a:pt x="0" y="378484"/>
                  </a:cubicBezTo>
                  <a:lnTo>
                    <a:pt x="0" y="222850"/>
                  </a:lnTo>
                  <a:cubicBezTo>
                    <a:pt x="0" y="209036"/>
                    <a:pt x="11069" y="197064"/>
                    <a:pt x="24905" y="197064"/>
                  </a:cubicBezTo>
                  <a:close/>
                  <a:moveTo>
                    <a:pt x="445512" y="95801"/>
                  </a:moveTo>
                  <a:cubicBezTo>
                    <a:pt x="436286" y="95801"/>
                    <a:pt x="428905" y="103170"/>
                    <a:pt x="428905" y="112382"/>
                  </a:cubicBezTo>
                  <a:cubicBezTo>
                    <a:pt x="428905" y="120672"/>
                    <a:pt x="436286" y="128041"/>
                    <a:pt x="445512" y="128041"/>
                  </a:cubicBezTo>
                  <a:cubicBezTo>
                    <a:pt x="453815" y="128041"/>
                    <a:pt x="461196" y="120672"/>
                    <a:pt x="461196" y="112382"/>
                  </a:cubicBezTo>
                  <a:cubicBezTo>
                    <a:pt x="461196" y="103170"/>
                    <a:pt x="453815" y="95801"/>
                    <a:pt x="445512" y="95801"/>
                  </a:cubicBezTo>
                  <a:close/>
                  <a:moveTo>
                    <a:pt x="393846" y="95801"/>
                  </a:moveTo>
                  <a:cubicBezTo>
                    <a:pt x="384620" y="95801"/>
                    <a:pt x="377240" y="103170"/>
                    <a:pt x="377240" y="112382"/>
                  </a:cubicBezTo>
                  <a:cubicBezTo>
                    <a:pt x="377240" y="120672"/>
                    <a:pt x="384620" y="128041"/>
                    <a:pt x="393846" y="128041"/>
                  </a:cubicBezTo>
                  <a:cubicBezTo>
                    <a:pt x="403072" y="128041"/>
                    <a:pt x="409530" y="120672"/>
                    <a:pt x="409530" y="112382"/>
                  </a:cubicBezTo>
                  <a:cubicBezTo>
                    <a:pt x="409530" y="103170"/>
                    <a:pt x="403072" y="95801"/>
                    <a:pt x="393846" y="95801"/>
                  </a:cubicBezTo>
                  <a:close/>
                  <a:moveTo>
                    <a:pt x="342181" y="95801"/>
                  </a:moveTo>
                  <a:cubicBezTo>
                    <a:pt x="332955" y="95801"/>
                    <a:pt x="326497" y="103170"/>
                    <a:pt x="326497" y="112382"/>
                  </a:cubicBezTo>
                  <a:cubicBezTo>
                    <a:pt x="326497" y="120672"/>
                    <a:pt x="332955" y="128041"/>
                    <a:pt x="342181" y="128041"/>
                  </a:cubicBezTo>
                  <a:cubicBezTo>
                    <a:pt x="351407" y="128041"/>
                    <a:pt x="357865" y="120672"/>
                    <a:pt x="358788" y="112382"/>
                  </a:cubicBezTo>
                  <a:cubicBezTo>
                    <a:pt x="358788" y="103170"/>
                    <a:pt x="351407" y="95801"/>
                    <a:pt x="342181" y="95801"/>
                  </a:cubicBezTo>
                  <a:close/>
                  <a:moveTo>
                    <a:pt x="106004" y="42312"/>
                  </a:moveTo>
                  <a:cubicBezTo>
                    <a:pt x="144203" y="42312"/>
                    <a:pt x="175169" y="73245"/>
                    <a:pt x="175169" y="111403"/>
                  </a:cubicBezTo>
                  <a:cubicBezTo>
                    <a:pt x="175169" y="149561"/>
                    <a:pt x="144203" y="180494"/>
                    <a:pt x="106004" y="180494"/>
                  </a:cubicBezTo>
                  <a:cubicBezTo>
                    <a:pt x="67805" y="180494"/>
                    <a:pt x="36839" y="149561"/>
                    <a:pt x="36839" y="111403"/>
                  </a:cubicBezTo>
                  <a:cubicBezTo>
                    <a:pt x="36839" y="73245"/>
                    <a:pt x="67805" y="42312"/>
                    <a:pt x="106004" y="42312"/>
                  </a:cubicBezTo>
                  <a:close/>
                  <a:moveTo>
                    <a:pt x="400304" y="0"/>
                  </a:moveTo>
                  <a:cubicBezTo>
                    <a:pt x="491642" y="0"/>
                    <a:pt x="565449" y="50664"/>
                    <a:pt x="565449" y="112382"/>
                  </a:cubicBezTo>
                  <a:cubicBezTo>
                    <a:pt x="565449" y="174099"/>
                    <a:pt x="491642" y="223842"/>
                    <a:pt x="400304" y="223842"/>
                  </a:cubicBezTo>
                  <a:cubicBezTo>
                    <a:pt x="344026" y="223842"/>
                    <a:pt x="295128" y="205419"/>
                    <a:pt x="264683" y="176863"/>
                  </a:cubicBezTo>
                  <a:cubicBezTo>
                    <a:pt x="262838" y="175021"/>
                    <a:pt x="260070" y="173178"/>
                    <a:pt x="257302" y="173178"/>
                  </a:cubicBezTo>
                  <a:lnTo>
                    <a:pt x="213940" y="164888"/>
                  </a:lnTo>
                  <a:cubicBezTo>
                    <a:pt x="209327" y="163967"/>
                    <a:pt x="205637" y="160282"/>
                    <a:pt x="203791" y="155676"/>
                  </a:cubicBezTo>
                  <a:cubicBezTo>
                    <a:pt x="201946" y="151070"/>
                    <a:pt x="202869" y="145543"/>
                    <a:pt x="206559" y="141859"/>
                  </a:cubicBezTo>
                  <a:lnTo>
                    <a:pt x="231469" y="114224"/>
                  </a:lnTo>
                  <a:cubicBezTo>
                    <a:pt x="233315" y="111460"/>
                    <a:pt x="234237" y="108697"/>
                    <a:pt x="235160" y="105933"/>
                  </a:cubicBezTo>
                  <a:cubicBezTo>
                    <a:pt x="239773" y="46979"/>
                    <a:pt x="311735" y="0"/>
                    <a:pt x="400304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sp>
          <p:nvSpPr>
            <p:cNvPr id="13" name="任意多边形 12"/>
            <p:cNvSpPr/>
            <p:nvPr>
              <p:custDataLst>
                <p:tags r:id="rId11"/>
              </p:custDataLst>
            </p:nvPr>
          </p:nvSpPr>
          <p:spPr>
            <a:xfrm>
              <a:off x="15831" y="1836"/>
              <a:ext cx="707" cy="713"/>
            </a:xfrm>
            <a:custGeom>
              <a:avLst/>
              <a:gdLst>
                <a:gd name="connsiteX0" fmla="*/ 24905 w 565449"/>
                <a:gd name="connsiteY0" fmla="*/ 197064 h 570035"/>
                <a:gd name="connsiteX1" fmla="*/ 187249 w 565449"/>
                <a:gd name="connsiteY1" fmla="*/ 197064 h 570035"/>
                <a:gd name="connsiteX2" fmla="*/ 212154 w 565449"/>
                <a:gd name="connsiteY2" fmla="*/ 222850 h 570035"/>
                <a:gd name="connsiteX3" fmla="*/ 212154 w 565449"/>
                <a:gd name="connsiteY3" fmla="*/ 378484 h 570035"/>
                <a:gd name="connsiteX4" fmla="*/ 187249 w 565449"/>
                <a:gd name="connsiteY4" fmla="*/ 403349 h 570035"/>
                <a:gd name="connsiteX5" fmla="*/ 167879 w 565449"/>
                <a:gd name="connsiteY5" fmla="*/ 394140 h 570035"/>
                <a:gd name="connsiteX6" fmla="*/ 157732 w 565449"/>
                <a:gd name="connsiteY6" fmla="*/ 546091 h 570035"/>
                <a:gd name="connsiteX7" fmla="*/ 131905 w 565449"/>
                <a:gd name="connsiteY7" fmla="*/ 570035 h 570035"/>
                <a:gd name="connsiteX8" fmla="*/ 80250 w 565449"/>
                <a:gd name="connsiteY8" fmla="*/ 570035 h 570035"/>
                <a:gd name="connsiteX9" fmla="*/ 54422 w 565449"/>
                <a:gd name="connsiteY9" fmla="*/ 546091 h 570035"/>
                <a:gd name="connsiteX10" fmla="*/ 45198 w 565449"/>
                <a:gd name="connsiteY10" fmla="*/ 394140 h 570035"/>
                <a:gd name="connsiteX11" fmla="*/ 25827 w 565449"/>
                <a:gd name="connsiteY11" fmla="*/ 403349 h 570035"/>
                <a:gd name="connsiteX12" fmla="*/ 0 w 565449"/>
                <a:gd name="connsiteY12" fmla="*/ 378484 h 570035"/>
                <a:gd name="connsiteX13" fmla="*/ 0 w 565449"/>
                <a:gd name="connsiteY13" fmla="*/ 222850 h 570035"/>
                <a:gd name="connsiteX14" fmla="*/ 24905 w 565449"/>
                <a:gd name="connsiteY14" fmla="*/ 197064 h 570035"/>
                <a:gd name="connsiteX15" fmla="*/ 445512 w 565449"/>
                <a:gd name="connsiteY15" fmla="*/ 95801 h 570035"/>
                <a:gd name="connsiteX16" fmla="*/ 428905 w 565449"/>
                <a:gd name="connsiteY16" fmla="*/ 112382 h 570035"/>
                <a:gd name="connsiteX17" fmla="*/ 445512 w 565449"/>
                <a:gd name="connsiteY17" fmla="*/ 128041 h 570035"/>
                <a:gd name="connsiteX18" fmla="*/ 461196 w 565449"/>
                <a:gd name="connsiteY18" fmla="*/ 112382 h 570035"/>
                <a:gd name="connsiteX19" fmla="*/ 445512 w 565449"/>
                <a:gd name="connsiteY19" fmla="*/ 95801 h 570035"/>
                <a:gd name="connsiteX20" fmla="*/ 393846 w 565449"/>
                <a:gd name="connsiteY20" fmla="*/ 95801 h 570035"/>
                <a:gd name="connsiteX21" fmla="*/ 377240 w 565449"/>
                <a:gd name="connsiteY21" fmla="*/ 112382 h 570035"/>
                <a:gd name="connsiteX22" fmla="*/ 393846 w 565449"/>
                <a:gd name="connsiteY22" fmla="*/ 128041 h 570035"/>
                <a:gd name="connsiteX23" fmla="*/ 409530 w 565449"/>
                <a:gd name="connsiteY23" fmla="*/ 112382 h 570035"/>
                <a:gd name="connsiteX24" fmla="*/ 393846 w 565449"/>
                <a:gd name="connsiteY24" fmla="*/ 95801 h 570035"/>
                <a:gd name="connsiteX25" fmla="*/ 342181 w 565449"/>
                <a:gd name="connsiteY25" fmla="*/ 95801 h 570035"/>
                <a:gd name="connsiteX26" fmla="*/ 326497 w 565449"/>
                <a:gd name="connsiteY26" fmla="*/ 112382 h 570035"/>
                <a:gd name="connsiteX27" fmla="*/ 342181 w 565449"/>
                <a:gd name="connsiteY27" fmla="*/ 128041 h 570035"/>
                <a:gd name="connsiteX28" fmla="*/ 358788 w 565449"/>
                <a:gd name="connsiteY28" fmla="*/ 112382 h 570035"/>
                <a:gd name="connsiteX29" fmla="*/ 342181 w 565449"/>
                <a:gd name="connsiteY29" fmla="*/ 95801 h 570035"/>
                <a:gd name="connsiteX30" fmla="*/ 106004 w 565449"/>
                <a:gd name="connsiteY30" fmla="*/ 42312 h 570035"/>
                <a:gd name="connsiteX31" fmla="*/ 175169 w 565449"/>
                <a:gd name="connsiteY31" fmla="*/ 111403 h 570035"/>
                <a:gd name="connsiteX32" fmla="*/ 106004 w 565449"/>
                <a:gd name="connsiteY32" fmla="*/ 180494 h 570035"/>
                <a:gd name="connsiteX33" fmla="*/ 36839 w 565449"/>
                <a:gd name="connsiteY33" fmla="*/ 111403 h 570035"/>
                <a:gd name="connsiteX34" fmla="*/ 106004 w 565449"/>
                <a:gd name="connsiteY34" fmla="*/ 42312 h 570035"/>
                <a:gd name="connsiteX35" fmla="*/ 400304 w 565449"/>
                <a:gd name="connsiteY35" fmla="*/ 0 h 570035"/>
                <a:gd name="connsiteX36" fmla="*/ 565449 w 565449"/>
                <a:gd name="connsiteY36" fmla="*/ 112382 h 570035"/>
                <a:gd name="connsiteX37" fmla="*/ 400304 w 565449"/>
                <a:gd name="connsiteY37" fmla="*/ 223842 h 570035"/>
                <a:gd name="connsiteX38" fmla="*/ 264683 w 565449"/>
                <a:gd name="connsiteY38" fmla="*/ 176863 h 570035"/>
                <a:gd name="connsiteX39" fmla="*/ 257302 w 565449"/>
                <a:gd name="connsiteY39" fmla="*/ 173178 h 570035"/>
                <a:gd name="connsiteX40" fmla="*/ 213940 w 565449"/>
                <a:gd name="connsiteY40" fmla="*/ 164888 h 570035"/>
                <a:gd name="connsiteX41" fmla="*/ 203791 w 565449"/>
                <a:gd name="connsiteY41" fmla="*/ 155676 h 570035"/>
                <a:gd name="connsiteX42" fmla="*/ 206559 w 565449"/>
                <a:gd name="connsiteY42" fmla="*/ 141859 h 570035"/>
                <a:gd name="connsiteX43" fmla="*/ 231469 w 565449"/>
                <a:gd name="connsiteY43" fmla="*/ 114224 h 570035"/>
                <a:gd name="connsiteX44" fmla="*/ 235160 w 565449"/>
                <a:gd name="connsiteY44" fmla="*/ 105933 h 570035"/>
                <a:gd name="connsiteX45" fmla="*/ 400304 w 565449"/>
                <a:gd name="connsiteY45" fmla="*/ 0 h 57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65449" h="570035">
                  <a:moveTo>
                    <a:pt x="24905" y="197064"/>
                  </a:moveTo>
                  <a:cubicBezTo>
                    <a:pt x="35974" y="197064"/>
                    <a:pt x="187249" y="197064"/>
                    <a:pt x="187249" y="197064"/>
                  </a:cubicBezTo>
                  <a:cubicBezTo>
                    <a:pt x="201085" y="197064"/>
                    <a:pt x="212154" y="209036"/>
                    <a:pt x="212154" y="222850"/>
                  </a:cubicBezTo>
                  <a:lnTo>
                    <a:pt x="212154" y="378484"/>
                  </a:lnTo>
                  <a:cubicBezTo>
                    <a:pt x="212154" y="392298"/>
                    <a:pt x="200163" y="403349"/>
                    <a:pt x="187249" y="403349"/>
                  </a:cubicBezTo>
                  <a:cubicBezTo>
                    <a:pt x="178948" y="403349"/>
                    <a:pt x="172491" y="399666"/>
                    <a:pt x="167879" y="394140"/>
                  </a:cubicBezTo>
                  <a:lnTo>
                    <a:pt x="157732" y="546091"/>
                  </a:lnTo>
                  <a:cubicBezTo>
                    <a:pt x="156810" y="559905"/>
                    <a:pt x="145741" y="570035"/>
                    <a:pt x="131905" y="570035"/>
                  </a:cubicBezTo>
                  <a:lnTo>
                    <a:pt x="80250" y="570035"/>
                  </a:lnTo>
                  <a:cubicBezTo>
                    <a:pt x="66414" y="570035"/>
                    <a:pt x="55345" y="559905"/>
                    <a:pt x="54422" y="546091"/>
                  </a:cubicBezTo>
                  <a:lnTo>
                    <a:pt x="45198" y="394140"/>
                  </a:lnTo>
                  <a:cubicBezTo>
                    <a:pt x="40586" y="399666"/>
                    <a:pt x="33206" y="403349"/>
                    <a:pt x="25827" y="403349"/>
                  </a:cubicBezTo>
                  <a:cubicBezTo>
                    <a:pt x="11991" y="403349"/>
                    <a:pt x="922" y="392298"/>
                    <a:pt x="0" y="378484"/>
                  </a:cubicBezTo>
                  <a:lnTo>
                    <a:pt x="0" y="222850"/>
                  </a:lnTo>
                  <a:cubicBezTo>
                    <a:pt x="0" y="209036"/>
                    <a:pt x="11069" y="197064"/>
                    <a:pt x="24905" y="197064"/>
                  </a:cubicBezTo>
                  <a:close/>
                  <a:moveTo>
                    <a:pt x="445512" y="95801"/>
                  </a:moveTo>
                  <a:cubicBezTo>
                    <a:pt x="436286" y="95801"/>
                    <a:pt x="428905" y="103170"/>
                    <a:pt x="428905" y="112382"/>
                  </a:cubicBezTo>
                  <a:cubicBezTo>
                    <a:pt x="428905" y="120672"/>
                    <a:pt x="436286" y="128041"/>
                    <a:pt x="445512" y="128041"/>
                  </a:cubicBezTo>
                  <a:cubicBezTo>
                    <a:pt x="453815" y="128041"/>
                    <a:pt x="461196" y="120672"/>
                    <a:pt x="461196" y="112382"/>
                  </a:cubicBezTo>
                  <a:cubicBezTo>
                    <a:pt x="461196" y="103170"/>
                    <a:pt x="453815" y="95801"/>
                    <a:pt x="445512" y="95801"/>
                  </a:cubicBezTo>
                  <a:close/>
                  <a:moveTo>
                    <a:pt x="393846" y="95801"/>
                  </a:moveTo>
                  <a:cubicBezTo>
                    <a:pt x="384620" y="95801"/>
                    <a:pt x="377240" y="103170"/>
                    <a:pt x="377240" y="112382"/>
                  </a:cubicBezTo>
                  <a:cubicBezTo>
                    <a:pt x="377240" y="120672"/>
                    <a:pt x="384620" y="128041"/>
                    <a:pt x="393846" y="128041"/>
                  </a:cubicBezTo>
                  <a:cubicBezTo>
                    <a:pt x="403072" y="128041"/>
                    <a:pt x="409530" y="120672"/>
                    <a:pt x="409530" y="112382"/>
                  </a:cubicBezTo>
                  <a:cubicBezTo>
                    <a:pt x="409530" y="103170"/>
                    <a:pt x="403072" y="95801"/>
                    <a:pt x="393846" y="95801"/>
                  </a:cubicBezTo>
                  <a:close/>
                  <a:moveTo>
                    <a:pt x="342181" y="95801"/>
                  </a:moveTo>
                  <a:cubicBezTo>
                    <a:pt x="332955" y="95801"/>
                    <a:pt x="326497" y="103170"/>
                    <a:pt x="326497" y="112382"/>
                  </a:cubicBezTo>
                  <a:cubicBezTo>
                    <a:pt x="326497" y="120672"/>
                    <a:pt x="332955" y="128041"/>
                    <a:pt x="342181" y="128041"/>
                  </a:cubicBezTo>
                  <a:cubicBezTo>
                    <a:pt x="351407" y="128041"/>
                    <a:pt x="357865" y="120672"/>
                    <a:pt x="358788" y="112382"/>
                  </a:cubicBezTo>
                  <a:cubicBezTo>
                    <a:pt x="358788" y="103170"/>
                    <a:pt x="351407" y="95801"/>
                    <a:pt x="342181" y="95801"/>
                  </a:cubicBezTo>
                  <a:close/>
                  <a:moveTo>
                    <a:pt x="106004" y="42312"/>
                  </a:moveTo>
                  <a:cubicBezTo>
                    <a:pt x="144203" y="42312"/>
                    <a:pt x="175169" y="73245"/>
                    <a:pt x="175169" y="111403"/>
                  </a:cubicBezTo>
                  <a:cubicBezTo>
                    <a:pt x="175169" y="149561"/>
                    <a:pt x="144203" y="180494"/>
                    <a:pt x="106004" y="180494"/>
                  </a:cubicBezTo>
                  <a:cubicBezTo>
                    <a:pt x="67805" y="180494"/>
                    <a:pt x="36839" y="149561"/>
                    <a:pt x="36839" y="111403"/>
                  </a:cubicBezTo>
                  <a:cubicBezTo>
                    <a:pt x="36839" y="73245"/>
                    <a:pt x="67805" y="42312"/>
                    <a:pt x="106004" y="42312"/>
                  </a:cubicBezTo>
                  <a:close/>
                  <a:moveTo>
                    <a:pt x="400304" y="0"/>
                  </a:moveTo>
                  <a:cubicBezTo>
                    <a:pt x="491642" y="0"/>
                    <a:pt x="565449" y="50664"/>
                    <a:pt x="565449" y="112382"/>
                  </a:cubicBezTo>
                  <a:cubicBezTo>
                    <a:pt x="565449" y="174099"/>
                    <a:pt x="491642" y="223842"/>
                    <a:pt x="400304" y="223842"/>
                  </a:cubicBezTo>
                  <a:cubicBezTo>
                    <a:pt x="344026" y="223842"/>
                    <a:pt x="295128" y="205419"/>
                    <a:pt x="264683" y="176863"/>
                  </a:cubicBezTo>
                  <a:cubicBezTo>
                    <a:pt x="262838" y="175021"/>
                    <a:pt x="260070" y="173178"/>
                    <a:pt x="257302" y="173178"/>
                  </a:cubicBezTo>
                  <a:lnTo>
                    <a:pt x="213940" y="164888"/>
                  </a:lnTo>
                  <a:cubicBezTo>
                    <a:pt x="209327" y="163967"/>
                    <a:pt x="205637" y="160282"/>
                    <a:pt x="203791" y="155676"/>
                  </a:cubicBezTo>
                  <a:cubicBezTo>
                    <a:pt x="201946" y="151070"/>
                    <a:pt x="202869" y="145543"/>
                    <a:pt x="206559" y="141859"/>
                  </a:cubicBezTo>
                  <a:lnTo>
                    <a:pt x="231469" y="114224"/>
                  </a:lnTo>
                  <a:cubicBezTo>
                    <a:pt x="233315" y="111460"/>
                    <a:pt x="234237" y="108697"/>
                    <a:pt x="235160" y="105933"/>
                  </a:cubicBezTo>
                  <a:cubicBezTo>
                    <a:pt x="239773" y="46979"/>
                    <a:pt x="311735" y="0"/>
                    <a:pt x="400304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sp>
          <p:nvSpPr>
            <p:cNvPr id="15" name="任意多边形 14"/>
            <p:cNvSpPr/>
            <p:nvPr>
              <p:custDataLst>
                <p:tags r:id="rId12"/>
              </p:custDataLst>
            </p:nvPr>
          </p:nvSpPr>
          <p:spPr>
            <a:xfrm>
              <a:off x="10833" y="6096"/>
              <a:ext cx="713" cy="621"/>
            </a:xfrm>
            <a:custGeom>
              <a:avLst/>
              <a:gdLst>
                <a:gd name="connsiteX0" fmla="*/ 24839 w 606022"/>
                <a:gd name="connsiteY0" fmla="*/ 154651 h 527661"/>
                <a:gd name="connsiteX1" fmla="*/ 187786 w 606022"/>
                <a:gd name="connsiteY1" fmla="*/ 154651 h 527661"/>
                <a:gd name="connsiteX2" fmla="*/ 212625 w 606022"/>
                <a:gd name="connsiteY2" fmla="*/ 179452 h 527661"/>
                <a:gd name="connsiteX3" fmla="*/ 212625 w 606022"/>
                <a:gd name="connsiteY3" fmla="*/ 336196 h 527661"/>
                <a:gd name="connsiteX4" fmla="*/ 186792 w 606022"/>
                <a:gd name="connsiteY4" fmla="*/ 360997 h 527661"/>
                <a:gd name="connsiteX5" fmla="*/ 167914 w 606022"/>
                <a:gd name="connsiteY5" fmla="*/ 351076 h 527661"/>
                <a:gd name="connsiteX6" fmla="*/ 157978 w 606022"/>
                <a:gd name="connsiteY6" fmla="*/ 503852 h 527661"/>
                <a:gd name="connsiteX7" fmla="*/ 132145 w 606022"/>
                <a:gd name="connsiteY7" fmla="*/ 527661 h 527661"/>
                <a:gd name="connsiteX8" fmla="*/ 80480 w 606022"/>
                <a:gd name="connsiteY8" fmla="*/ 527661 h 527661"/>
                <a:gd name="connsiteX9" fmla="*/ 54647 w 606022"/>
                <a:gd name="connsiteY9" fmla="*/ 503852 h 527661"/>
                <a:gd name="connsiteX10" fmla="*/ 44711 w 606022"/>
                <a:gd name="connsiteY10" fmla="*/ 352069 h 527661"/>
                <a:gd name="connsiteX11" fmla="*/ 25833 w 606022"/>
                <a:gd name="connsiteY11" fmla="*/ 360997 h 527661"/>
                <a:gd name="connsiteX12" fmla="*/ 994 w 606022"/>
                <a:gd name="connsiteY12" fmla="*/ 336196 h 527661"/>
                <a:gd name="connsiteX13" fmla="*/ 0 w 606022"/>
                <a:gd name="connsiteY13" fmla="*/ 179452 h 527661"/>
                <a:gd name="connsiteX14" fmla="*/ 24839 w 606022"/>
                <a:gd name="connsiteY14" fmla="*/ 154651 h 527661"/>
                <a:gd name="connsiteX15" fmla="*/ 331782 w 606022"/>
                <a:gd name="connsiteY15" fmla="*/ 130920 h 527661"/>
                <a:gd name="connsiteX16" fmla="*/ 444021 w 606022"/>
                <a:gd name="connsiteY16" fmla="*/ 130920 h 527661"/>
                <a:gd name="connsiteX17" fmla="*/ 469846 w 606022"/>
                <a:gd name="connsiteY17" fmla="*/ 157678 h 527661"/>
                <a:gd name="connsiteX18" fmla="*/ 444021 w 606022"/>
                <a:gd name="connsiteY18" fmla="*/ 184435 h 527661"/>
                <a:gd name="connsiteX19" fmla="*/ 331782 w 606022"/>
                <a:gd name="connsiteY19" fmla="*/ 184435 h 527661"/>
                <a:gd name="connsiteX20" fmla="*/ 305957 w 606022"/>
                <a:gd name="connsiteY20" fmla="*/ 157678 h 527661"/>
                <a:gd name="connsiteX21" fmla="*/ 331782 w 606022"/>
                <a:gd name="connsiteY21" fmla="*/ 130920 h 527661"/>
                <a:gd name="connsiteX22" fmla="*/ 503213 w 606022"/>
                <a:gd name="connsiteY22" fmla="*/ 73423 h 527661"/>
                <a:gd name="connsiteX23" fmla="*/ 529572 w 606022"/>
                <a:gd name="connsiteY23" fmla="*/ 99703 h 527661"/>
                <a:gd name="connsiteX24" fmla="*/ 503213 w 606022"/>
                <a:gd name="connsiteY24" fmla="*/ 125983 h 527661"/>
                <a:gd name="connsiteX25" fmla="*/ 476854 w 606022"/>
                <a:gd name="connsiteY25" fmla="*/ 99703 h 527661"/>
                <a:gd name="connsiteX26" fmla="*/ 503213 w 606022"/>
                <a:gd name="connsiteY26" fmla="*/ 73423 h 527661"/>
                <a:gd name="connsiteX27" fmla="*/ 287128 w 606022"/>
                <a:gd name="connsiteY27" fmla="*/ 52570 h 527661"/>
                <a:gd name="connsiteX28" fmla="*/ 282160 w 606022"/>
                <a:gd name="connsiteY28" fmla="*/ 57530 h 527661"/>
                <a:gd name="connsiteX29" fmla="*/ 282160 w 606022"/>
                <a:gd name="connsiteY29" fmla="*/ 221192 h 527661"/>
                <a:gd name="connsiteX30" fmla="*/ 287128 w 606022"/>
                <a:gd name="connsiteY30" fmla="*/ 226152 h 527661"/>
                <a:gd name="connsiteX31" fmla="*/ 547409 w 606022"/>
                <a:gd name="connsiteY31" fmla="*/ 226152 h 527661"/>
                <a:gd name="connsiteX32" fmla="*/ 551383 w 606022"/>
                <a:gd name="connsiteY32" fmla="*/ 221192 h 527661"/>
                <a:gd name="connsiteX33" fmla="*/ 551383 w 606022"/>
                <a:gd name="connsiteY33" fmla="*/ 57530 h 527661"/>
                <a:gd name="connsiteX34" fmla="*/ 547409 w 606022"/>
                <a:gd name="connsiteY34" fmla="*/ 52570 h 527661"/>
                <a:gd name="connsiteX35" fmla="*/ 287128 w 606022"/>
                <a:gd name="connsiteY35" fmla="*/ 0 h 527661"/>
                <a:gd name="connsiteX36" fmla="*/ 547409 w 606022"/>
                <a:gd name="connsiteY36" fmla="*/ 0 h 527661"/>
                <a:gd name="connsiteX37" fmla="*/ 606022 w 606022"/>
                <a:gd name="connsiteY37" fmla="*/ 57530 h 527661"/>
                <a:gd name="connsiteX38" fmla="*/ 606022 w 606022"/>
                <a:gd name="connsiteY38" fmla="*/ 221192 h 527661"/>
                <a:gd name="connsiteX39" fmla="*/ 547409 w 606022"/>
                <a:gd name="connsiteY39" fmla="*/ 278722 h 527661"/>
                <a:gd name="connsiteX40" fmla="*/ 287128 w 606022"/>
                <a:gd name="connsiteY40" fmla="*/ 278722 h 527661"/>
                <a:gd name="connsiteX41" fmla="*/ 229508 w 606022"/>
                <a:gd name="connsiteY41" fmla="*/ 221192 h 527661"/>
                <a:gd name="connsiteX42" fmla="*/ 229508 w 606022"/>
                <a:gd name="connsiteY42" fmla="*/ 57530 h 527661"/>
                <a:gd name="connsiteX43" fmla="*/ 287128 w 606022"/>
                <a:gd name="connsiteY43" fmla="*/ 0 h 527661"/>
                <a:gd name="connsiteX44" fmla="*/ 106313 w 606022"/>
                <a:gd name="connsiteY44" fmla="*/ 0 h 527661"/>
                <a:gd name="connsiteX45" fmla="*/ 175835 w 606022"/>
                <a:gd name="connsiteY45" fmla="*/ 68964 h 527661"/>
                <a:gd name="connsiteX46" fmla="*/ 106313 w 606022"/>
                <a:gd name="connsiteY46" fmla="*/ 137928 h 527661"/>
                <a:gd name="connsiteX47" fmla="*/ 36791 w 606022"/>
                <a:gd name="connsiteY47" fmla="*/ 68964 h 527661"/>
                <a:gd name="connsiteX48" fmla="*/ 106313 w 606022"/>
                <a:gd name="connsiteY48" fmla="*/ 0 h 527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6022" h="527661">
                  <a:moveTo>
                    <a:pt x="24839" y="154651"/>
                  </a:moveTo>
                  <a:cubicBezTo>
                    <a:pt x="35769" y="154651"/>
                    <a:pt x="187786" y="154651"/>
                    <a:pt x="187786" y="154651"/>
                  </a:cubicBezTo>
                  <a:cubicBezTo>
                    <a:pt x="201696" y="154651"/>
                    <a:pt x="212625" y="166556"/>
                    <a:pt x="212625" y="179452"/>
                  </a:cubicBezTo>
                  <a:lnTo>
                    <a:pt x="212625" y="336196"/>
                  </a:lnTo>
                  <a:cubicBezTo>
                    <a:pt x="211631" y="350084"/>
                    <a:pt x="200702" y="360997"/>
                    <a:pt x="186792" y="360997"/>
                  </a:cubicBezTo>
                  <a:cubicBezTo>
                    <a:pt x="178843" y="360997"/>
                    <a:pt x="171888" y="357029"/>
                    <a:pt x="167914" y="351076"/>
                  </a:cubicBezTo>
                  <a:lnTo>
                    <a:pt x="157978" y="503852"/>
                  </a:lnTo>
                  <a:cubicBezTo>
                    <a:pt x="156985" y="517741"/>
                    <a:pt x="146055" y="527661"/>
                    <a:pt x="132145" y="527661"/>
                  </a:cubicBezTo>
                  <a:lnTo>
                    <a:pt x="80480" y="527661"/>
                  </a:lnTo>
                  <a:cubicBezTo>
                    <a:pt x="66570" y="527661"/>
                    <a:pt x="55640" y="517741"/>
                    <a:pt x="54647" y="503852"/>
                  </a:cubicBezTo>
                  <a:lnTo>
                    <a:pt x="44711" y="352069"/>
                  </a:lnTo>
                  <a:cubicBezTo>
                    <a:pt x="40737" y="357029"/>
                    <a:pt x="33782" y="360997"/>
                    <a:pt x="25833" y="360997"/>
                  </a:cubicBezTo>
                  <a:cubicBezTo>
                    <a:pt x="11923" y="360997"/>
                    <a:pt x="994" y="350084"/>
                    <a:pt x="994" y="336196"/>
                  </a:cubicBezTo>
                  <a:lnTo>
                    <a:pt x="0" y="179452"/>
                  </a:lnTo>
                  <a:cubicBezTo>
                    <a:pt x="0" y="165564"/>
                    <a:pt x="10929" y="154651"/>
                    <a:pt x="24839" y="154651"/>
                  </a:cubicBezTo>
                  <a:close/>
                  <a:moveTo>
                    <a:pt x="331782" y="130920"/>
                  </a:moveTo>
                  <a:lnTo>
                    <a:pt x="444021" y="130920"/>
                  </a:lnTo>
                  <a:cubicBezTo>
                    <a:pt x="458920" y="130920"/>
                    <a:pt x="469846" y="142812"/>
                    <a:pt x="469846" y="157678"/>
                  </a:cubicBezTo>
                  <a:cubicBezTo>
                    <a:pt x="469846" y="172543"/>
                    <a:pt x="458920" y="184435"/>
                    <a:pt x="444021" y="184435"/>
                  </a:cubicBezTo>
                  <a:lnTo>
                    <a:pt x="331782" y="184435"/>
                  </a:lnTo>
                  <a:cubicBezTo>
                    <a:pt x="317876" y="184435"/>
                    <a:pt x="305957" y="172543"/>
                    <a:pt x="305957" y="157678"/>
                  </a:cubicBezTo>
                  <a:cubicBezTo>
                    <a:pt x="305957" y="142812"/>
                    <a:pt x="317876" y="130920"/>
                    <a:pt x="331782" y="130920"/>
                  </a:cubicBezTo>
                  <a:close/>
                  <a:moveTo>
                    <a:pt x="503213" y="73423"/>
                  </a:moveTo>
                  <a:cubicBezTo>
                    <a:pt x="517771" y="73423"/>
                    <a:pt x="529572" y="85189"/>
                    <a:pt x="529572" y="99703"/>
                  </a:cubicBezTo>
                  <a:cubicBezTo>
                    <a:pt x="529572" y="114217"/>
                    <a:pt x="517771" y="125983"/>
                    <a:pt x="503213" y="125983"/>
                  </a:cubicBezTo>
                  <a:cubicBezTo>
                    <a:pt x="488655" y="125983"/>
                    <a:pt x="476854" y="114217"/>
                    <a:pt x="476854" y="99703"/>
                  </a:cubicBezTo>
                  <a:cubicBezTo>
                    <a:pt x="476854" y="85189"/>
                    <a:pt x="488655" y="73423"/>
                    <a:pt x="503213" y="73423"/>
                  </a:cubicBezTo>
                  <a:close/>
                  <a:moveTo>
                    <a:pt x="287128" y="52570"/>
                  </a:moveTo>
                  <a:cubicBezTo>
                    <a:pt x="285141" y="52570"/>
                    <a:pt x="282160" y="54554"/>
                    <a:pt x="282160" y="57530"/>
                  </a:cubicBezTo>
                  <a:lnTo>
                    <a:pt x="282160" y="221192"/>
                  </a:lnTo>
                  <a:cubicBezTo>
                    <a:pt x="282160" y="224168"/>
                    <a:pt x="285141" y="226152"/>
                    <a:pt x="287128" y="226152"/>
                  </a:cubicBezTo>
                  <a:lnTo>
                    <a:pt x="547409" y="226152"/>
                  </a:lnTo>
                  <a:cubicBezTo>
                    <a:pt x="550389" y="226152"/>
                    <a:pt x="551383" y="224168"/>
                    <a:pt x="551383" y="221192"/>
                  </a:cubicBezTo>
                  <a:lnTo>
                    <a:pt x="551383" y="57530"/>
                  </a:lnTo>
                  <a:cubicBezTo>
                    <a:pt x="551383" y="54554"/>
                    <a:pt x="550389" y="52570"/>
                    <a:pt x="547409" y="52570"/>
                  </a:cubicBezTo>
                  <a:close/>
                  <a:moveTo>
                    <a:pt x="287128" y="0"/>
                  </a:moveTo>
                  <a:lnTo>
                    <a:pt x="547409" y="0"/>
                  </a:lnTo>
                  <a:cubicBezTo>
                    <a:pt x="579199" y="0"/>
                    <a:pt x="606022" y="25789"/>
                    <a:pt x="606022" y="57530"/>
                  </a:cubicBezTo>
                  <a:lnTo>
                    <a:pt x="606022" y="221192"/>
                  </a:lnTo>
                  <a:cubicBezTo>
                    <a:pt x="606022" y="252933"/>
                    <a:pt x="579199" y="278722"/>
                    <a:pt x="547409" y="278722"/>
                  </a:cubicBezTo>
                  <a:lnTo>
                    <a:pt x="287128" y="278722"/>
                  </a:lnTo>
                  <a:cubicBezTo>
                    <a:pt x="255337" y="278722"/>
                    <a:pt x="229508" y="252933"/>
                    <a:pt x="229508" y="221192"/>
                  </a:cubicBezTo>
                  <a:lnTo>
                    <a:pt x="229508" y="57530"/>
                  </a:lnTo>
                  <a:cubicBezTo>
                    <a:pt x="229508" y="25789"/>
                    <a:pt x="255337" y="0"/>
                    <a:pt x="287128" y="0"/>
                  </a:cubicBezTo>
                  <a:close/>
                  <a:moveTo>
                    <a:pt x="106313" y="0"/>
                  </a:moveTo>
                  <a:cubicBezTo>
                    <a:pt x="144709" y="0"/>
                    <a:pt x="175835" y="30876"/>
                    <a:pt x="175835" y="68964"/>
                  </a:cubicBezTo>
                  <a:cubicBezTo>
                    <a:pt x="175835" y="107052"/>
                    <a:pt x="144709" y="137928"/>
                    <a:pt x="106313" y="137928"/>
                  </a:cubicBezTo>
                  <a:cubicBezTo>
                    <a:pt x="67917" y="137928"/>
                    <a:pt x="36791" y="107052"/>
                    <a:pt x="36791" y="68964"/>
                  </a:cubicBezTo>
                  <a:cubicBezTo>
                    <a:pt x="36791" y="30876"/>
                    <a:pt x="67917" y="0"/>
                    <a:pt x="106313" y="0"/>
                  </a:cubicBezTo>
                  <a:close/>
                </a:path>
              </a:pathLst>
            </a:custGeom>
            <a:solidFill>
              <a:schemeClr val="accent2"/>
            </a:solidFill>
            <a:ln w="3175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sp>
          <p:nvSpPr>
            <p:cNvPr id="22" name="任意多边形 21"/>
            <p:cNvSpPr/>
            <p:nvPr>
              <p:custDataLst>
                <p:tags r:id="rId13"/>
              </p:custDataLst>
            </p:nvPr>
          </p:nvSpPr>
          <p:spPr>
            <a:xfrm>
              <a:off x="15604" y="6096"/>
              <a:ext cx="713" cy="621"/>
            </a:xfrm>
            <a:custGeom>
              <a:avLst/>
              <a:gdLst>
                <a:gd name="connsiteX0" fmla="*/ 24839 w 606022"/>
                <a:gd name="connsiteY0" fmla="*/ 154651 h 527661"/>
                <a:gd name="connsiteX1" fmla="*/ 187786 w 606022"/>
                <a:gd name="connsiteY1" fmla="*/ 154651 h 527661"/>
                <a:gd name="connsiteX2" fmla="*/ 212625 w 606022"/>
                <a:gd name="connsiteY2" fmla="*/ 179452 h 527661"/>
                <a:gd name="connsiteX3" fmla="*/ 212625 w 606022"/>
                <a:gd name="connsiteY3" fmla="*/ 336196 h 527661"/>
                <a:gd name="connsiteX4" fmla="*/ 186792 w 606022"/>
                <a:gd name="connsiteY4" fmla="*/ 360997 h 527661"/>
                <a:gd name="connsiteX5" fmla="*/ 167914 w 606022"/>
                <a:gd name="connsiteY5" fmla="*/ 351076 h 527661"/>
                <a:gd name="connsiteX6" fmla="*/ 157978 w 606022"/>
                <a:gd name="connsiteY6" fmla="*/ 503852 h 527661"/>
                <a:gd name="connsiteX7" fmla="*/ 132145 w 606022"/>
                <a:gd name="connsiteY7" fmla="*/ 527661 h 527661"/>
                <a:gd name="connsiteX8" fmla="*/ 80480 w 606022"/>
                <a:gd name="connsiteY8" fmla="*/ 527661 h 527661"/>
                <a:gd name="connsiteX9" fmla="*/ 54647 w 606022"/>
                <a:gd name="connsiteY9" fmla="*/ 503852 h 527661"/>
                <a:gd name="connsiteX10" fmla="*/ 44711 w 606022"/>
                <a:gd name="connsiteY10" fmla="*/ 352069 h 527661"/>
                <a:gd name="connsiteX11" fmla="*/ 25833 w 606022"/>
                <a:gd name="connsiteY11" fmla="*/ 360997 h 527661"/>
                <a:gd name="connsiteX12" fmla="*/ 994 w 606022"/>
                <a:gd name="connsiteY12" fmla="*/ 336196 h 527661"/>
                <a:gd name="connsiteX13" fmla="*/ 0 w 606022"/>
                <a:gd name="connsiteY13" fmla="*/ 179452 h 527661"/>
                <a:gd name="connsiteX14" fmla="*/ 24839 w 606022"/>
                <a:gd name="connsiteY14" fmla="*/ 154651 h 527661"/>
                <a:gd name="connsiteX15" fmla="*/ 331782 w 606022"/>
                <a:gd name="connsiteY15" fmla="*/ 130920 h 527661"/>
                <a:gd name="connsiteX16" fmla="*/ 444021 w 606022"/>
                <a:gd name="connsiteY16" fmla="*/ 130920 h 527661"/>
                <a:gd name="connsiteX17" fmla="*/ 469846 w 606022"/>
                <a:gd name="connsiteY17" fmla="*/ 157678 h 527661"/>
                <a:gd name="connsiteX18" fmla="*/ 444021 w 606022"/>
                <a:gd name="connsiteY18" fmla="*/ 184435 h 527661"/>
                <a:gd name="connsiteX19" fmla="*/ 331782 w 606022"/>
                <a:gd name="connsiteY19" fmla="*/ 184435 h 527661"/>
                <a:gd name="connsiteX20" fmla="*/ 305957 w 606022"/>
                <a:gd name="connsiteY20" fmla="*/ 157678 h 527661"/>
                <a:gd name="connsiteX21" fmla="*/ 331782 w 606022"/>
                <a:gd name="connsiteY21" fmla="*/ 130920 h 527661"/>
                <a:gd name="connsiteX22" fmla="*/ 503213 w 606022"/>
                <a:gd name="connsiteY22" fmla="*/ 73423 h 527661"/>
                <a:gd name="connsiteX23" fmla="*/ 529572 w 606022"/>
                <a:gd name="connsiteY23" fmla="*/ 99703 h 527661"/>
                <a:gd name="connsiteX24" fmla="*/ 503213 w 606022"/>
                <a:gd name="connsiteY24" fmla="*/ 125983 h 527661"/>
                <a:gd name="connsiteX25" fmla="*/ 476854 w 606022"/>
                <a:gd name="connsiteY25" fmla="*/ 99703 h 527661"/>
                <a:gd name="connsiteX26" fmla="*/ 503213 w 606022"/>
                <a:gd name="connsiteY26" fmla="*/ 73423 h 527661"/>
                <a:gd name="connsiteX27" fmla="*/ 287128 w 606022"/>
                <a:gd name="connsiteY27" fmla="*/ 52570 h 527661"/>
                <a:gd name="connsiteX28" fmla="*/ 282160 w 606022"/>
                <a:gd name="connsiteY28" fmla="*/ 57530 h 527661"/>
                <a:gd name="connsiteX29" fmla="*/ 282160 w 606022"/>
                <a:gd name="connsiteY29" fmla="*/ 221192 h 527661"/>
                <a:gd name="connsiteX30" fmla="*/ 287128 w 606022"/>
                <a:gd name="connsiteY30" fmla="*/ 226152 h 527661"/>
                <a:gd name="connsiteX31" fmla="*/ 547409 w 606022"/>
                <a:gd name="connsiteY31" fmla="*/ 226152 h 527661"/>
                <a:gd name="connsiteX32" fmla="*/ 551383 w 606022"/>
                <a:gd name="connsiteY32" fmla="*/ 221192 h 527661"/>
                <a:gd name="connsiteX33" fmla="*/ 551383 w 606022"/>
                <a:gd name="connsiteY33" fmla="*/ 57530 h 527661"/>
                <a:gd name="connsiteX34" fmla="*/ 547409 w 606022"/>
                <a:gd name="connsiteY34" fmla="*/ 52570 h 527661"/>
                <a:gd name="connsiteX35" fmla="*/ 287128 w 606022"/>
                <a:gd name="connsiteY35" fmla="*/ 0 h 527661"/>
                <a:gd name="connsiteX36" fmla="*/ 547409 w 606022"/>
                <a:gd name="connsiteY36" fmla="*/ 0 h 527661"/>
                <a:gd name="connsiteX37" fmla="*/ 606022 w 606022"/>
                <a:gd name="connsiteY37" fmla="*/ 57530 h 527661"/>
                <a:gd name="connsiteX38" fmla="*/ 606022 w 606022"/>
                <a:gd name="connsiteY38" fmla="*/ 221192 h 527661"/>
                <a:gd name="connsiteX39" fmla="*/ 547409 w 606022"/>
                <a:gd name="connsiteY39" fmla="*/ 278722 h 527661"/>
                <a:gd name="connsiteX40" fmla="*/ 287128 w 606022"/>
                <a:gd name="connsiteY40" fmla="*/ 278722 h 527661"/>
                <a:gd name="connsiteX41" fmla="*/ 229508 w 606022"/>
                <a:gd name="connsiteY41" fmla="*/ 221192 h 527661"/>
                <a:gd name="connsiteX42" fmla="*/ 229508 w 606022"/>
                <a:gd name="connsiteY42" fmla="*/ 57530 h 527661"/>
                <a:gd name="connsiteX43" fmla="*/ 287128 w 606022"/>
                <a:gd name="connsiteY43" fmla="*/ 0 h 527661"/>
                <a:gd name="connsiteX44" fmla="*/ 106313 w 606022"/>
                <a:gd name="connsiteY44" fmla="*/ 0 h 527661"/>
                <a:gd name="connsiteX45" fmla="*/ 175835 w 606022"/>
                <a:gd name="connsiteY45" fmla="*/ 68964 h 527661"/>
                <a:gd name="connsiteX46" fmla="*/ 106313 w 606022"/>
                <a:gd name="connsiteY46" fmla="*/ 137928 h 527661"/>
                <a:gd name="connsiteX47" fmla="*/ 36791 w 606022"/>
                <a:gd name="connsiteY47" fmla="*/ 68964 h 527661"/>
                <a:gd name="connsiteX48" fmla="*/ 106313 w 606022"/>
                <a:gd name="connsiteY48" fmla="*/ 0 h 527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6022" h="527661">
                  <a:moveTo>
                    <a:pt x="24839" y="154651"/>
                  </a:moveTo>
                  <a:cubicBezTo>
                    <a:pt x="35769" y="154651"/>
                    <a:pt x="187786" y="154651"/>
                    <a:pt x="187786" y="154651"/>
                  </a:cubicBezTo>
                  <a:cubicBezTo>
                    <a:pt x="201696" y="154651"/>
                    <a:pt x="212625" y="166556"/>
                    <a:pt x="212625" y="179452"/>
                  </a:cubicBezTo>
                  <a:lnTo>
                    <a:pt x="212625" y="336196"/>
                  </a:lnTo>
                  <a:cubicBezTo>
                    <a:pt x="211631" y="350084"/>
                    <a:pt x="200702" y="360997"/>
                    <a:pt x="186792" y="360997"/>
                  </a:cubicBezTo>
                  <a:cubicBezTo>
                    <a:pt x="178843" y="360997"/>
                    <a:pt x="171888" y="357029"/>
                    <a:pt x="167914" y="351076"/>
                  </a:cubicBezTo>
                  <a:lnTo>
                    <a:pt x="157978" y="503852"/>
                  </a:lnTo>
                  <a:cubicBezTo>
                    <a:pt x="156985" y="517741"/>
                    <a:pt x="146055" y="527661"/>
                    <a:pt x="132145" y="527661"/>
                  </a:cubicBezTo>
                  <a:lnTo>
                    <a:pt x="80480" y="527661"/>
                  </a:lnTo>
                  <a:cubicBezTo>
                    <a:pt x="66570" y="527661"/>
                    <a:pt x="55640" y="517741"/>
                    <a:pt x="54647" y="503852"/>
                  </a:cubicBezTo>
                  <a:lnTo>
                    <a:pt x="44711" y="352069"/>
                  </a:lnTo>
                  <a:cubicBezTo>
                    <a:pt x="40737" y="357029"/>
                    <a:pt x="33782" y="360997"/>
                    <a:pt x="25833" y="360997"/>
                  </a:cubicBezTo>
                  <a:cubicBezTo>
                    <a:pt x="11923" y="360997"/>
                    <a:pt x="994" y="350084"/>
                    <a:pt x="994" y="336196"/>
                  </a:cubicBezTo>
                  <a:lnTo>
                    <a:pt x="0" y="179452"/>
                  </a:lnTo>
                  <a:cubicBezTo>
                    <a:pt x="0" y="165564"/>
                    <a:pt x="10929" y="154651"/>
                    <a:pt x="24839" y="154651"/>
                  </a:cubicBezTo>
                  <a:close/>
                  <a:moveTo>
                    <a:pt x="331782" y="130920"/>
                  </a:moveTo>
                  <a:lnTo>
                    <a:pt x="444021" y="130920"/>
                  </a:lnTo>
                  <a:cubicBezTo>
                    <a:pt x="458920" y="130920"/>
                    <a:pt x="469846" y="142812"/>
                    <a:pt x="469846" y="157678"/>
                  </a:cubicBezTo>
                  <a:cubicBezTo>
                    <a:pt x="469846" y="172543"/>
                    <a:pt x="458920" y="184435"/>
                    <a:pt x="444021" y="184435"/>
                  </a:cubicBezTo>
                  <a:lnTo>
                    <a:pt x="331782" y="184435"/>
                  </a:lnTo>
                  <a:cubicBezTo>
                    <a:pt x="317876" y="184435"/>
                    <a:pt x="305957" y="172543"/>
                    <a:pt x="305957" y="157678"/>
                  </a:cubicBezTo>
                  <a:cubicBezTo>
                    <a:pt x="305957" y="142812"/>
                    <a:pt x="317876" y="130920"/>
                    <a:pt x="331782" y="130920"/>
                  </a:cubicBezTo>
                  <a:close/>
                  <a:moveTo>
                    <a:pt x="503213" y="73423"/>
                  </a:moveTo>
                  <a:cubicBezTo>
                    <a:pt x="517771" y="73423"/>
                    <a:pt x="529572" y="85189"/>
                    <a:pt x="529572" y="99703"/>
                  </a:cubicBezTo>
                  <a:cubicBezTo>
                    <a:pt x="529572" y="114217"/>
                    <a:pt x="517771" y="125983"/>
                    <a:pt x="503213" y="125983"/>
                  </a:cubicBezTo>
                  <a:cubicBezTo>
                    <a:pt x="488655" y="125983"/>
                    <a:pt x="476854" y="114217"/>
                    <a:pt x="476854" y="99703"/>
                  </a:cubicBezTo>
                  <a:cubicBezTo>
                    <a:pt x="476854" y="85189"/>
                    <a:pt x="488655" y="73423"/>
                    <a:pt x="503213" y="73423"/>
                  </a:cubicBezTo>
                  <a:close/>
                  <a:moveTo>
                    <a:pt x="287128" y="52570"/>
                  </a:moveTo>
                  <a:cubicBezTo>
                    <a:pt x="285141" y="52570"/>
                    <a:pt x="282160" y="54554"/>
                    <a:pt x="282160" y="57530"/>
                  </a:cubicBezTo>
                  <a:lnTo>
                    <a:pt x="282160" y="221192"/>
                  </a:lnTo>
                  <a:cubicBezTo>
                    <a:pt x="282160" y="224168"/>
                    <a:pt x="285141" y="226152"/>
                    <a:pt x="287128" y="226152"/>
                  </a:cubicBezTo>
                  <a:lnTo>
                    <a:pt x="547409" y="226152"/>
                  </a:lnTo>
                  <a:cubicBezTo>
                    <a:pt x="550389" y="226152"/>
                    <a:pt x="551383" y="224168"/>
                    <a:pt x="551383" y="221192"/>
                  </a:cubicBezTo>
                  <a:lnTo>
                    <a:pt x="551383" y="57530"/>
                  </a:lnTo>
                  <a:cubicBezTo>
                    <a:pt x="551383" y="54554"/>
                    <a:pt x="550389" y="52570"/>
                    <a:pt x="547409" y="52570"/>
                  </a:cubicBezTo>
                  <a:close/>
                  <a:moveTo>
                    <a:pt x="287128" y="0"/>
                  </a:moveTo>
                  <a:lnTo>
                    <a:pt x="547409" y="0"/>
                  </a:lnTo>
                  <a:cubicBezTo>
                    <a:pt x="579199" y="0"/>
                    <a:pt x="606022" y="25789"/>
                    <a:pt x="606022" y="57530"/>
                  </a:cubicBezTo>
                  <a:lnTo>
                    <a:pt x="606022" y="221192"/>
                  </a:lnTo>
                  <a:cubicBezTo>
                    <a:pt x="606022" y="252933"/>
                    <a:pt x="579199" y="278722"/>
                    <a:pt x="547409" y="278722"/>
                  </a:cubicBezTo>
                  <a:lnTo>
                    <a:pt x="287128" y="278722"/>
                  </a:lnTo>
                  <a:cubicBezTo>
                    <a:pt x="255337" y="278722"/>
                    <a:pt x="229508" y="252933"/>
                    <a:pt x="229508" y="221192"/>
                  </a:cubicBezTo>
                  <a:lnTo>
                    <a:pt x="229508" y="57530"/>
                  </a:lnTo>
                  <a:cubicBezTo>
                    <a:pt x="229508" y="25789"/>
                    <a:pt x="255337" y="0"/>
                    <a:pt x="287128" y="0"/>
                  </a:cubicBezTo>
                  <a:close/>
                  <a:moveTo>
                    <a:pt x="106313" y="0"/>
                  </a:moveTo>
                  <a:cubicBezTo>
                    <a:pt x="144709" y="0"/>
                    <a:pt x="175835" y="30876"/>
                    <a:pt x="175835" y="68964"/>
                  </a:cubicBezTo>
                  <a:cubicBezTo>
                    <a:pt x="175835" y="107052"/>
                    <a:pt x="144709" y="137928"/>
                    <a:pt x="106313" y="137928"/>
                  </a:cubicBezTo>
                  <a:cubicBezTo>
                    <a:pt x="67917" y="137928"/>
                    <a:pt x="36791" y="107052"/>
                    <a:pt x="36791" y="68964"/>
                  </a:cubicBezTo>
                  <a:cubicBezTo>
                    <a:pt x="36791" y="30876"/>
                    <a:pt x="67917" y="0"/>
                    <a:pt x="106313" y="0"/>
                  </a:cubicBezTo>
                  <a:close/>
                </a:path>
              </a:pathLst>
            </a:custGeom>
            <a:solidFill>
              <a:schemeClr val="accent2"/>
            </a:solidFill>
            <a:ln w="3175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13764" y="2789"/>
              <a:ext cx="4841" cy="2975"/>
              <a:chOff x="1040" y="7049"/>
              <a:chExt cx="4841" cy="2975"/>
            </a:xfrm>
          </p:grpSpPr>
          <p:sp>
            <p:nvSpPr>
              <p:cNvPr id="27" name="文本框 26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040" y="7049"/>
                <a:ext cx="4841" cy="9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 anchor="ctr" anchorCtr="0">
                <a:noAutofit/>
              </a:bodyPr>
              <a:p>
                <a:pPr algn="ctr"/>
                <a:r>
                  <a:rPr lang="zh-CN" altLang="en-US" sz="1400" noProof="0" dirty="0">
                    <a:solidFill>
                      <a:srgbClr val="000000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{{####}}</a:t>
                </a:r>
                <a:endParaRPr lang="zh-CN" altLang="en-US" sz="1400" b="1" noProof="0" dirty="0">
                  <a:solidFill>
                    <a:srgbClr val="000000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ea"/>
                </a:endParaRPr>
              </a:p>
            </p:txBody>
          </p:sp>
          <p:sp>
            <p:nvSpPr>
              <p:cNvPr id="29" name="文本框 28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1040" y="7978"/>
                <a:ext cx="4841" cy="20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>
                <a:noAutofit/>
              </a:bodyPr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20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{{#####}}</a:t>
                </a:r>
                <a:endParaRPr lang="zh-CN" altLang="en-US" sz="12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cs typeface="阿里巴巴普惠体" panose="00020600040101010101" pitchFamily="18" charset="-122"/>
                  <a:sym typeface="+mn-ea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8665" y="2789"/>
              <a:ext cx="4841" cy="2975"/>
              <a:chOff x="1040" y="7049"/>
              <a:chExt cx="4841" cy="2975"/>
            </a:xfrm>
          </p:grpSpPr>
          <p:sp>
            <p:nvSpPr>
              <p:cNvPr id="31" name="文本框 30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040" y="7049"/>
                <a:ext cx="4841" cy="9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 anchor="ctr" anchorCtr="0">
                <a:noAutofit/>
              </a:bodyPr>
              <a:p>
                <a:pPr algn="ctr"/>
                <a:r>
                  <a:rPr lang="zh-CN" altLang="en-US" sz="1400" noProof="0" dirty="0">
                    <a:solidFill>
                      <a:srgbClr val="000000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{{####}}</a:t>
                </a:r>
                <a:endParaRPr lang="zh-CN" altLang="en-US" sz="1400" b="1" noProof="0" dirty="0">
                  <a:solidFill>
                    <a:srgbClr val="000000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ea"/>
                </a:endParaRPr>
              </a:p>
            </p:txBody>
          </p:sp>
          <p:sp>
            <p:nvSpPr>
              <p:cNvPr id="36" name="文本框 35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040" y="7978"/>
                <a:ext cx="4841" cy="20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>
                <a:noAutofit/>
              </a:bodyPr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20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{{#####}}</a:t>
                </a:r>
                <a:endParaRPr lang="zh-CN" altLang="en-US" sz="12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cs typeface="阿里巴巴普惠体" panose="00020600040101010101" pitchFamily="18" charset="-122"/>
                  <a:sym typeface="+mn-ea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13764" y="6987"/>
              <a:ext cx="4841" cy="2975"/>
              <a:chOff x="1040" y="7049"/>
              <a:chExt cx="4841" cy="2975"/>
            </a:xfrm>
          </p:grpSpPr>
          <p:sp>
            <p:nvSpPr>
              <p:cNvPr id="41" name="文本框 40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040" y="7049"/>
                <a:ext cx="4841" cy="9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 anchor="ctr" anchorCtr="0">
                <a:noAutofit/>
              </a:bodyPr>
              <a:p>
                <a:pPr algn="ctr"/>
                <a:r>
                  <a:rPr lang="zh-CN" altLang="en-US" sz="1400" noProof="0" dirty="0">
                    <a:solidFill>
                      <a:srgbClr val="000000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{{####}}</a:t>
                </a:r>
                <a:endParaRPr lang="zh-CN" altLang="en-US" sz="1400" b="1" noProof="0" dirty="0">
                  <a:solidFill>
                    <a:srgbClr val="000000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ea"/>
                </a:endParaRPr>
              </a:p>
            </p:txBody>
          </p:sp>
          <p:sp>
            <p:nvSpPr>
              <p:cNvPr id="43" name="文本框 42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1040" y="7978"/>
                <a:ext cx="4841" cy="20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>
                <a:noAutofit/>
              </a:bodyPr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20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{{#####}}</a:t>
                </a:r>
                <a:endParaRPr lang="zh-CN" altLang="en-US" sz="12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cs typeface="阿里巴巴普惠体" panose="00020600040101010101" pitchFamily="18" charset="-122"/>
                  <a:sym typeface="+mn-ea"/>
                </a:endParaRP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8665" y="6987"/>
              <a:ext cx="4841" cy="2975"/>
              <a:chOff x="1040" y="7049"/>
              <a:chExt cx="4841" cy="2975"/>
            </a:xfrm>
          </p:grpSpPr>
          <p:sp>
            <p:nvSpPr>
              <p:cNvPr id="45" name="文本框 44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040" y="7049"/>
                <a:ext cx="4841" cy="9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 anchor="ctr" anchorCtr="0">
                <a:noAutofit/>
              </a:bodyPr>
              <a:p>
                <a:pPr algn="ctr"/>
                <a:r>
                  <a:rPr lang="zh-CN" altLang="en-US" sz="1400" noProof="0" dirty="0">
                    <a:solidFill>
                      <a:srgbClr val="000000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{{####}}</a:t>
                </a:r>
                <a:endParaRPr lang="zh-CN" altLang="en-US" sz="1400" b="1" noProof="0" dirty="0">
                  <a:solidFill>
                    <a:srgbClr val="000000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ea"/>
                </a:endParaRPr>
              </a:p>
            </p:txBody>
          </p:sp>
          <p:sp>
            <p:nvSpPr>
              <p:cNvPr id="60" name="文本框 59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040" y="7978"/>
                <a:ext cx="4841" cy="20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>
                <a:noAutofit/>
              </a:bodyPr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20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{{#####}}</a:t>
                </a:r>
                <a:endParaRPr lang="zh-CN" altLang="en-US" sz="12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cs typeface="阿里巴巴普惠体" panose="00020600040101010101" pitchFamily="18" charset="-122"/>
                  <a:sym typeface="+mn-ea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8" name="组合 17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19" name="图片 18" descr="13备份 1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>
              <p:custDataLst>
                <p:tags r:id="rId3"/>
              </p:custDataLst>
            </p:nvPr>
          </p:nvSpPr>
          <p:spPr>
            <a:xfrm>
              <a:off x="1514" y="356"/>
              <a:ext cx="14037" cy="87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/>
              <a:r>
                <a:rPr lang="zh-CN" altLang="en-US" sz="2000" b="1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rPr>
                <a:t>{{###}}</a:t>
              </a:r>
              <a:endParaRPr lang="zh-CN" altLang="en-US" sz="2000" b="1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lt"/>
              </a:endParaRPr>
            </a:p>
          </p:txBody>
        </p:sp>
        <p:pic>
          <p:nvPicPr>
            <p:cNvPr id="21" name="图片 20" descr="消防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8" y="356"/>
              <a:ext cx="836" cy="984"/>
            </a:xfrm>
            <a:prstGeom prst="rect">
              <a:avLst/>
            </a:prstGeom>
          </p:spPr>
        </p:pic>
      </p:grpSp>
      <p:grpSp>
        <p:nvGrpSpPr>
          <p:cNvPr id="22" name="组合 21"/>
          <p:cNvGrpSpPr/>
          <p:nvPr/>
        </p:nvGrpSpPr>
        <p:grpSpPr>
          <a:xfrm>
            <a:off x="242570" y="1088390"/>
            <a:ext cx="11576050" cy="5085080"/>
            <a:chOff x="292" y="1714"/>
            <a:chExt cx="18230" cy="8008"/>
          </a:xfrm>
        </p:grpSpPr>
        <p:sp>
          <p:nvSpPr>
            <p:cNvPr id="24" name="Rectangle 2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1864" y="1714"/>
              <a:ext cx="6659" cy="8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>
              <a:endParaRPr lang="zh-CN" altLang="en-US" sz="2400">
                <a:solidFill>
                  <a:prstClr val="black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endParaRPr>
            </a:p>
          </p:txBody>
        </p:sp>
        <p:sp>
          <p:nvSpPr>
            <p:cNvPr id="56" name="矩形 55"/>
            <p:cNvSpPr/>
            <p:nvPr>
              <p:custDataLst>
                <p:tags r:id="rId7"/>
              </p:custDataLst>
            </p:nvPr>
          </p:nvSpPr>
          <p:spPr>
            <a:xfrm>
              <a:off x="5632" y="1714"/>
              <a:ext cx="6232" cy="8008"/>
            </a:xfrm>
            <a:prstGeom prst="rect">
              <a:avLst/>
            </a:prstGeom>
            <a:blipFill rotWithShape="1">
              <a:blip r:embed="rId8"/>
              <a:stretch>
                <a:fillRect t="-2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12192" y="1889"/>
              <a:ext cx="6050" cy="3676"/>
              <a:chOff x="7907" y="1588"/>
              <a:chExt cx="6050" cy="3676"/>
            </a:xfrm>
          </p:grpSpPr>
          <p:sp>
            <p:nvSpPr>
              <p:cNvPr id="32" name="文本框 31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7907" y="1588"/>
                <a:ext cx="6050" cy="9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 anchor="ctr" anchorCtr="0">
                <a:noAutofit/>
              </a:bodyPr>
              <a:p>
                <a:pPr algn="l"/>
                <a:r>
                  <a:rPr lang="zh-CN" altLang="en-US" sz="1600" noProof="0" dirty="0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{{####}}</a:t>
                </a:r>
                <a:endParaRPr lang="zh-CN" altLang="en-US" sz="1600" b="1" noProof="0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ea"/>
                </a:endParaRPr>
              </a:p>
            </p:txBody>
          </p:sp>
          <p:sp>
            <p:nvSpPr>
              <p:cNvPr id="33" name="文本框 32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907" y="2517"/>
                <a:ext cx="6050" cy="27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>
                <a:noAutofit/>
              </a:bodyPr>
              <a:p>
                <a:pPr marL="0" marR="0" lvl="0" indent="0" algn="l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20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{{#####}}</a:t>
                </a:r>
                <a:endParaRPr lang="zh-CN" altLang="en-US" sz="12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cs typeface="阿里巴巴普惠体" panose="00020600040101010101" pitchFamily="18" charset="-122"/>
                  <a:sym typeface="+mn-ea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292" y="1714"/>
              <a:ext cx="5068" cy="3851"/>
              <a:chOff x="7907" y="1383"/>
              <a:chExt cx="5068" cy="3851"/>
            </a:xfrm>
          </p:grpSpPr>
          <p:sp>
            <p:nvSpPr>
              <p:cNvPr id="37" name="文本框 3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7907" y="1383"/>
                <a:ext cx="5068" cy="113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 anchor="ctr" anchorCtr="0">
                <a:noAutofit/>
              </a:bodyPr>
              <a:p>
                <a:pPr algn="r"/>
                <a:r>
                  <a:rPr lang="zh-CN" altLang="en-US" sz="1600" noProof="0" dirty="0">
                    <a:solidFill>
                      <a:srgbClr val="000000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{{####}}</a:t>
                </a:r>
                <a:endParaRPr lang="zh-CN" altLang="en-US" sz="1600" b="1" noProof="0" dirty="0">
                  <a:solidFill>
                    <a:srgbClr val="000000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ea"/>
                </a:endParaRPr>
              </a:p>
            </p:txBody>
          </p:sp>
          <p:sp>
            <p:nvSpPr>
              <p:cNvPr id="38" name="文本框 37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7907" y="2517"/>
                <a:ext cx="5068" cy="27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>
                <a:noAutofit/>
              </a:bodyPr>
              <a:p>
                <a:pPr marL="0" marR="0" lvl="0" indent="0" algn="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20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{{#####}}</a:t>
                </a:r>
                <a:endParaRPr lang="zh-CN" altLang="en-US" sz="12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cs typeface="阿里巴巴普惠体" panose="00020600040101010101" pitchFamily="18" charset="-122"/>
                  <a:sym typeface="+mn-ea"/>
                </a:endParaRPr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292" y="5871"/>
              <a:ext cx="5068" cy="3851"/>
              <a:chOff x="7907" y="1383"/>
              <a:chExt cx="5068" cy="3851"/>
            </a:xfrm>
          </p:grpSpPr>
          <p:sp>
            <p:nvSpPr>
              <p:cNvPr id="40" name="文本框 3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7907" y="1383"/>
                <a:ext cx="5068" cy="113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 anchor="ctr" anchorCtr="0">
                <a:noAutofit/>
              </a:bodyPr>
              <a:p>
                <a:pPr algn="r"/>
                <a:r>
                  <a:rPr lang="zh-CN" altLang="en-US" sz="1600" noProof="0" dirty="0">
                    <a:solidFill>
                      <a:srgbClr val="000000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{{####}}</a:t>
                </a:r>
                <a:endParaRPr lang="zh-CN" altLang="en-US" sz="1600" b="1" noProof="0" dirty="0">
                  <a:solidFill>
                    <a:srgbClr val="000000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ea"/>
                </a:endParaRPr>
              </a:p>
            </p:txBody>
          </p:sp>
          <p:sp>
            <p:nvSpPr>
              <p:cNvPr id="41" name="文本框 4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7907" y="2517"/>
                <a:ext cx="5068" cy="27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>
                <a:noAutofit/>
              </a:bodyPr>
              <a:p>
                <a:pPr marL="0" marR="0" lvl="0" indent="0" algn="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20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{{#####}}</a:t>
                </a:r>
                <a:endParaRPr lang="zh-CN" altLang="en-US" sz="12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cs typeface="阿里巴巴普惠体" panose="00020600040101010101" pitchFamily="18" charset="-122"/>
                  <a:sym typeface="+mn-ea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2192" y="5854"/>
              <a:ext cx="6050" cy="3676"/>
              <a:chOff x="7907" y="1588"/>
              <a:chExt cx="6050" cy="3676"/>
            </a:xfrm>
          </p:grpSpPr>
          <p:sp>
            <p:nvSpPr>
              <p:cNvPr id="47" name="文本框 46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7907" y="1588"/>
                <a:ext cx="6050" cy="9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 anchor="ctr" anchorCtr="0">
                <a:noAutofit/>
              </a:bodyPr>
              <a:p>
                <a:pPr algn="l"/>
                <a:r>
                  <a:rPr lang="zh-CN" altLang="en-US" sz="1600" noProof="0" dirty="0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sym typeface="+mn-ea"/>
                  </a:rPr>
                  <a:t>{{####}}</a:t>
                </a:r>
                <a:endParaRPr lang="zh-CN" altLang="en-US" sz="1600" b="1" noProof="0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ea"/>
                </a:endParaRPr>
              </a:p>
            </p:txBody>
          </p:sp>
          <p:sp>
            <p:nvSpPr>
              <p:cNvPr id="48" name="文本框 47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7907" y="2517"/>
                <a:ext cx="6050" cy="27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E84C53"/>
                    </a:solidFill>
                  </a14:hiddenFill>
                </a:ext>
              </a:extLst>
            </p:spPr>
            <p:txBody>
              <a:bodyPr wrap="square" rtlCol="0">
                <a:noAutofit/>
              </a:bodyPr>
              <a:p>
                <a:pPr marL="0" marR="0" lvl="0" indent="0" algn="l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20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{{#####}}</a:t>
                </a:r>
                <a:endParaRPr lang="zh-CN" altLang="en-US" sz="12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cs typeface="阿里巴巴普惠体" panose="00020600040101010101" pitchFamily="18" charset="-122"/>
                  <a:sym typeface="+mn-ea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4" name="图片 3" descr="13备份 1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>
              <p:custDataLst>
                <p:tags r:id="rId3"/>
              </p:custDataLst>
            </p:nvPr>
          </p:nvSpPr>
          <p:spPr>
            <a:xfrm>
              <a:off x="1514" y="356"/>
              <a:ext cx="14037" cy="87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/>
              <a:r>
                <a:rPr lang="zh-CN" altLang="en-US" sz="2000" b="1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rPr>
                <a:t>{{###}}</a:t>
              </a:r>
              <a:endParaRPr lang="zh-CN" altLang="en-US" sz="2000" b="1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lt"/>
              </a:endParaRPr>
            </a:p>
          </p:txBody>
        </p:sp>
        <p:pic>
          <p:nvPicPr>
            <p:cNvPr id="6" name="图片 5" descr="消防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8" y="356"/>
              <a:ext cx="836" cy="984"/>
            </a:xfrm>
            <a:prstGeom prst="rect">
              <a:avLst/>
            </a:prstGeom>
          </p:spPr>
        </p:pic>
      </p:grpSp>
      <p:grpSp>
        <p:nvGrpSpPr>
          <p:cNvPr id="45" name="组合 44"/>
          <p:cNvGrpSpPr/>
          <p:nvPr/>
        </p:nvGrpSpPr>
        <p:grpSpPr>
          <a:xfrm rot="0">
            <a:off x="3422650" y="1551940"/>
            <a:ext cx="1800225" cy="4537075"/>
            <a:chOff x="8681" y="2338"/>
            <a:chExt cx="2835" cy="7145"/>
          </a:xfrm>
        </p:grpSpPr>
        <p:sp>
          <p:nvSpPr>
            <p:cNvPr id="46" name="椭圆 45"/>
            <p:cNvSpPr/>
            <p:nvPr>
              <p:custDataLst>
                <p:tags r:id="rId6"/>
              </p:custDataLst>
            </p:nvPr>
          </p:nvSpPr>
          <p:spPr>
            <a:xfrm>
              <a:off x="8737" y="2338"/>
              <a:ext cx="255" cy="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华文宋体" panose="02010600040101010101" charset="-122"/>
                <a:ea typeface="华文宋体" panose="02010600040101010101" charset="-122"/>
              </a:endParaRPr>
            </a:p>
          </p:txBody>
        </p:sp>
        <p:sp>
          <p:nvSpPr>
            <p:cNvPr id="47" name="椭圆 46"/>
            <p:cNvSpPr/>
            <p:nvPr>
              <p:custDataLst>
                <p:tags r:id="rId7"/>
              </p:custDataLst>
            </p:nvPr>
          </p:nvSpPr>
          <p:spPr>
            <a:xfrm>
              <a:off x="10268" y="4045"/>
              <a:ext cx="227" cy="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华文宋体" panose="02010600040101010101" charset="-122"/>
                <a:ea typeface="华文宋体" panose="02010600040101010101" charset="-122"/>
              </a:endParaRPr>
            </a:p>
          </p:txBody>
        </p:sp>
        <p:sp>
          <p:nvSpPr>
            <p:cNvPr id="48" name="椭圆 47"/>
            <p:cNvSpPr/>
            <p:nvPr>
              <p:custDataLst>
                <p:tags r:id="rId8"/>
              </p:custDataLst>
            </p:nvPr>
          </p:nvSpPr>
          <p:spPr>
            <a:xfrm>
              <a:off x="8681" y="5854"/>
              <a:ext cx="227" cy="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华文宋体" panose="02010600040101010101" charset="-122"/>
                <a:ea typeface="华文宋体" panose="02010600040101010101" charset="-122"/>
              </a:endParaRPr>
            </a:p>
          </p:txBody>
        </p:sp>
        <p:sp>
          <p:nvSpPr>
            <p:cNvPr id="49" name="椭圆 48"/>
            <p:cNvSpPr/>
            <p:nvPr>
              <p:custDataLst>
                <p:tags r:id="rId9"/>
              </p:custDataLst>
            </p:nvPr>
          </p:nvSpPr>
          <p:spPr>
            <a:xfrm>
              <a:off x="11289" y="7401"/>
              <a:ext cx="227" cy="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华文宋体" panose="02010600040101010101" charset="-122"/>
                <a:ea typeface="华文宋体" panose="02010600040101010101" charset="-122"/>
              </a:endParaRPr>
            </a:p>
          </p:txBody>
        </p:sp>
        <p:sp>
          <p:nvSpPr>
            <p:cNvPr id="50" name="椭圆 49"/>
            <p:cNvSpPr/>
            <p:nvPr>
              <p:custDataLst>
                <p:tags r:id="rId10"/>
              </p:custDataLst>
            </p:nvPr>
          </p:nvSpPr>
          <p:spPr>
            <a:xfrm>
              <a:off x="9701" y="9256"/>
              <a:ext cx="227" cy="2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华文宋体" panose="02010600040101010101" charset="-122"/>
                <a:ea typeface="华文宋体" panose="02010600040101010101" charset="-122"/>
              </a:endParaRPr>
            </a:p>
          </p:txBody>
        </p:sp>
        <p:sp>
          <p:nvSpPr>
            <p:cNvPr id="51" name="任意多边形 50"/>
            <p:cNvSpPr/>
            <p:nvPr>
              <p:custDataLst>
                <p:tags r:id="rId11"/>
              </p:custDataLst>
            </p:nvPr>
          </p:nvSpPr>
          <p:spPr>
            <a:xfrm>
              <a:off x="8765" y="2459"/>
              <a:ext cx="2711" cy="6868"/>
            </a:xfrm>
            <a:custGeom>
              <a:avLst/>
              <a:gdLst>
                <a:gd name="connsiteX0" fmla="*/ 21144 w 1721642"/>
                <a:gd name="connsiteY0" fmla="*/ 0 h 4360984"/>
                <a:gd name="connsiteX1" fmla="*/ 1062153 w 1721642"/>
                <a:gd name="connsiteY1" fmla="*/ 1195754 h 4360984"/>
                <a:gd name="connsiteX2" fmla="*/ 7076 w 1721642"/>
                <a:gd name="connsiteY2" fmla="*/ 2194560 h 4360984"/>
                <a:gd name="connsiteX3" fmla="*/ 1709267 w 1721642"/>
                <a:gd name="connsiteY3" fmla="*/ 2996418 h 4360984"/>
                <a:gd name="connsiteX4" fmla="*/ 640123 w 1721642"/>
                <a:gd name="connsiteY4" fmla="*/ 4360984 h 4360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1642" h="4360984">
                  <a:moveTo>
                    <a:pt x="21144" y="0"/>
                  </a:moveTo>
                  <a:cubicBezTo>
                    <a:pt x="542821" y="414997"/>
                    <a:pt x="1064498" y="829994"/>
                    <a:pt x="1062153" y="1195754"/>
                  </a:cubicBezTo>
                  <a:cubicBezTo>
                    <a:pt x="1059808" y="1561514"/>
                    <a:pt x="-100776" y="1894449"/>
                    <a:pt x="7076" y="2194560"/>
                  </a:cubicBezTo>
                  <a:cubicBezTo>
                    <a:pt x="114928" y="2494671"/>
                    <a:pt x="1603759" y="2635347"/>
                    <a:pt x="1709267" y="2996418"/>
                  </a:cubicBezTo>
                  <a:cubicBezTo>
                    <a:pt x="1814775" y="3357489"/>
                    <a:pt x="1227449" y="3859236"/>
                    <a:pt x="640123" y="4360984"/>
                  </a:cubicBez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华文宋体" panose="02010600040101010101" charset="-122"/>
                <a:ea typeface="华文宋体" panose="02010600040101010101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 rot="0">
            <a:off x="4723130" y="1122045"/>
            <a:ext cx="6778625" cy="5186680"/>
            <a:chOff x="7919" y="1864"/>
            <a:chExt cx="10675" cy="8168"/>
          </a:xfrm>
        </p:grpSpPr>
        <p:sp>
          <p:nvSpPr>
            <p:cNvPr id="54" name="文本框 53"/>
            <p:cNvSpPr txBox="1"/>
            <p:nvPr>
              <p:custDataLst>
                <p:tags r:id="rId12"/>
              </p:custDataLst>
            </p:nvPr>
          </p:nvSpPr>
          <p:spPr>
            <a:xfrm>
              <a:off x="7919" y="2522"/>
              <a:ext cx="10668" cy="876"/>
            </a:xfrm>
            <a:prstGeom prst="rect">
              <a:avLst/>
            </a:prstGeom>
            <a:noFill/>
          </p:spPr>
          <p:txBody>
            <a:bodyPr wrap="square" rtlCol="0">
              <a:normAutofit lnSpcReduction="20000"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charset="-122"/>
                  <a:ea typeface="思源黑体 CN" panose="020B0500000000000000" charset="-122"/>
                </a:rPr>
                <a:t>{{#####}}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" panose="020B0500000000000000" charset="-122"/>
                <a:ea typeface="思源黑体 CN" panose="020B0500000000000000" charset="-122"/>
              </a:endParaRPr>
            </a:p>
          </p:txBody>
        </p:sp>
        <p:sp>
          <p:nvSpPr>
            <p:cNvPr id="55" name="文本框 54"/>
            <p:cNvSpPr txBox="1"/>
            <p:nvPr>
              <p:custDataLst>
                <p:tags r:id="rId13"/>
              </p:custDataLst>
            </p:nvPr>
          </p:nvSpPr>
          <p:spPr>
            <a:xfrm>
              <a:off x="7919" y="1864"/>
              <a:ext cx="10668" cy="677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90000" lnSpcReduction="10000"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u="none" strike="noStrike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ource Han Sans CN Bold" panose="020B0500000000000000" charset="-122"/>
                  <a:ea typeface="Source Han Sans CN Bold" panose="020B0500000000000000" charset="-122"/>
                </a:rPr>
                <a:t>{{####}}</a:t>
              </a:r>
              <a:endParaRPr kumimoji="0" lang="zh-CN" altLang="en-US" sz="2000" b="1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Han Sans CN Bold" panose="020B0500000000000000" charset="-122"/>
                <a:ea typeface="Source Han Sans CN Bold" panose="020B0500000000000000" charset="-122"/>
              </a:endParaRPr>
            </a:p>
          </p:txBody>
        </p:sp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>
              <a:off x="9167" y="4227"/>
              <a:ext cx="9427" cy="876"/>
            </a:xfrm>
            <a:prstGeom prst="rect">
              <a:avLst/>
            </a:prstGeom>
            <a:noFill/>
          </p:spPr>
          <p:txBody>
            <a:bodyPr wrap="square" rtlCol="0">
              <a:normAutofit lnSpcReduction="20000"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charset="-122"/>
                  <a:ea typeface="思源黑体 CN" panose="020B0500000000000000" charset="-122"/>
                  <a:sym typeface="+mn-ea"/>
                </a:rPr>
                <a:t>{{#####}}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" panose="020B0500000000000000" charset="-122"/>
                <a:ea typeface="思源黑体 CN" panose="020B0500000000000000" charset="-122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9167" y="3569"/>
              <a:ext cx="9427" cy="677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90000" lnSpcReduction="10000"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u="none" strike="noStrike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ource Han Sans CN Bold" panose="020B0500000000000000" charset="-122"/>
                  <a:ea typeface="Source Han Sans CN Bold" panose="020B0500000000000000" charset="-122"/>
                </a:rPr>
                <a:t>{{####}}</a:t>
              </a:r>
              <a:endParaRPr kumimoji="0" lang="zh-CN" altLang="en-US" sz="2000" b="1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Han Sans CN Bold" panose="020B0500000000000000" charset="-122"/>
                <a:ea typeface="Source Han Sans CN Bold" panose="020B0500000000000000" charset="-122"/>
              </a:endParaRPr>
            </a:p>
          </p:txBody>
        </p:sp>
        <p:sp>
          <p:nvSpPr>
            <p:cNvPr id="58" name="文本框 57"/>
            <p:cNvSpPr txBox="1"/>
            <p:nvPr>
              <p:custDataLst>
                <p:tags r:id="rId16"/>
              </p:custDataLst>
            </p:nvPr>
          </p:nvSpPr>
          <p:spPr>
            <a:xfrm>
              <a:off x="7919" y="5928"/>
              <a:ext cx="10668" cy="876"/>
            </a:xfrm>
            <a:prstGeom prst="rect">
              <a:avLst/>
            </a:prstGeom>
            <a:noFill/>
          </p:spPr>
          <p:txBody>
            <a:bodyPr wrap="square" rtlCol="0">
              <a:normAutofit lnSpcReduction="20000"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charset="-122"/>
                  <a:ea typeface="思源黑体 CN" panose="020B0500000000000000" charset="-122"/>
                  <a:sym typeface="+mn-ea"/>
                </a:rPr>
                <a:t>{{#####}}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" panose="020B0500000000000000" charset="-122"/>
                <a:ea typeface="思源黑体 CN" panose="020B0500000000000000" charset="-122"/>
              </a:endParaRPr>
            </a:p>
          </p:txBody>
        </p:sp>
        <p:sp>
          <p:nvSpPr>
            <p:cNvPr id="59" name="文本框 58"/>
            <p:cNvSpPr txBox="1"/>
            <p:nvPr>
              <p:custDataLst>
                <p:tags r:id="rId17"/>
              </p:custDataLst>
            </p:nvPr>
          </p:nvSpPr>
          <p:spPr>
            <a:xfrm>
              <a:off x="7919" y="5270"/>
              <a:ext cx="10668" cy="677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90000" lnSpcReduction="10000"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u="none" strike="noStrike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ource Han Sans CN Bold" panose="020B0500000000000000" charset="-122"/>
                  <a:ea typeface="Source Han Sans CN Bold" panose="020B0500000000000000" charset="-122"/>
                </a:rPr>
                <a:t>{{####}}</a:t>
              </a:r>
              <a:endParaRPr kumimoji="0" lang="zh-CN" altLang="en-US" sz="2000" b="1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Han Sans CN Bold" panose="020B0500000000000000" charset="-122"/>
                <a:ea typeface="Source Han Sans CN Bold" panose="020B0500000000000000" charset="-122"/>
              </a:endParaRPr>
            </a:p>
          </p:txBody>
        </p:sp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>
              <a:off x="9167" y="7633"/>
              <a:ext cx="9427" cy="876"/>
            </a:xfrm>
            <a:prstGeom prst="rect">
              <a:avLst/>
            </a:prstGeom>
            <a:noFill/>
          </p:spPr>
          <p:txBody>
            <a:bodyPr wrap="square" rtlCol="0">
              <a:normAutofit lnSpcReduction="20000"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charset="-122"/>
                  <a:ea typeface="思源黑体 CN" panose="020B0500000000000000" charset="-122"/>
                  <a:sym typeface="+mn-ea"/>
                </a:rPr>
                <a:t>{{#####}}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" panose="020B0500000000000000" charset="-122"/>
                <a:ea typeface="思源黑体 CN" panose="020B0500000000000000" charset="-122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9167" y="6975"/>
              <a:ext cx="9427" cy="677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90000" lnSpcReduction="10000"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u="none" strike="noStrike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ource Han Sans CN Bold" panose="020B0500000000000000" charset="-122"/>
                  <a:ea typeface="Source Han Sans CN Bold" panose="020B0500000000000000" charset="-122"/>
                </a:rPr>
                <a:t>{{####}}</a:t>
              </a:r>
              <a:endParaRPr kumimoji="0" lang="zh-CN" altLang="en-US" sz="2000" b="1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Han Sans CN Bold" panose="020B0500000000000000" charset="-122"/>
                <a:ea typeface="Source Han Sans CN Bold" panose="020B0500000000000000" charset="-122"/>
              </a:endParaRPr>
            </a:p>
          </p:txBody>
        </p:sp>
        <p:sp>
          <p:nvSpPr>
            <p:cNvPr id="62" name="文本框 61"/>
            <p:cNvSpPr txBox="1"/>
            <p:nvPr>
              <p:custDataLst>
                <p:tags r:id="rId20"/>
              </p:custDataLst>
            </p:nvPr>
          </p:nvSpPr>
          <p:spPr>
            <a:xfrm>
              <a:off x="7919" y="9156"/>
              <a:ext cx="10668" cy="876"/>
            </a:xfrm>
            <a:prstGeom prst="rect">
              <a:avLst/>
            </a:prstGeom>
            <a:noFill/>
          </p:spPr>
          <p:txBody>
            <a:bodyPr wrap="square" rtlCol="0">
              <a:normAutofit lnSpcReduction="20000"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charset="-122"/>
                  <a:ea typeface="思源黑体 CN" panose="020B0500000000000000" charset="-122"/>
                  <a:sym typeface="+mn-ea"/>
                </a:rPr>
                <a:t>{{#####}}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" panose="020B0500000000000000" charset="-122"/>
                <a:ea typeface="思源黑体 CN" panose="020B0500000000000000" charset="-122"/>
              </a:endParaRPr>
            </a:p>
          </p:txBody>
        </p:sp>
        <p:sp>
          <p:nvSpPr>
            <p:cNvPr id="63" name="文本框 62"/>
            <p:cNvSpPr txBox="1"/>
            <p:nvPr>
              <p:custDataLst>
                <p:tags r:id="rId21"/>
              </p:custDataLst>
            </p:nvPr>
          </p:nvSpPr>
          <p:spPr>
            <a:xfrm>
              <a:off x="7919" y="8498"/>
              <a:ext cx="10668" cy="677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90000" lnSpcReduction="10000"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u="none" strike="noStrike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ource Han Sans CN Bold" panose="020B0500000000000000" charset="-122"/>
                  <a:ea typeface="Source Han Sans CN Bold" panose="020B0500000000000000" charset="-122"/>
                </a:rPr>
                <a:t>{{####}}</a:t>
              </a:r>
              <a:endParaRPr kumimoji="0" lang="zh-CN" altLang="en-US" sz="2000" b="1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Han Sans CN Bold" panose="020B0500000000000000" charset="-122"/>
                <a:ea typeface="Source Han Sans CN Bold" panose="020B0500000000000000" charset="-122"/>
              </a:endParaRPr>
            </a:p>
          </p:txBody>
        </p:sp>
      </p:grpSp>
      <p:sp>
        <p:nvSpPr>
          <p:cNvPr id="8" name="圆角矩形 7"/>
          <p:cNvSpPr/>
          <p:nvPr/>
        </p:nvSpPr>
        <p:spPr>
          <a:xfrm>
            <a:off x="579120" y="1868170"/>
            <a:ext cx="2719705" cy="1626870"/>
          </a:xfrm>
          <a:prstGeom prst="roundRect">
            <a:avLst/>
          </a:prstGeom>
          <a:blipFill rotWithShape="1">
            <a:blip r:embed="rId22"/>
            <a:stretch>
              <a:fillRect/>
            </a:stretch>
          </a:blip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579120" y="3789045"/>
            <a:ext cx="2719705" cy="1626870"/>
          </a:xfrm>
          <a:prstGeom prst="roundRect">
            <a:avLst/>
          </a:prstGeom>
          <a:blipFill rotWithShape="1">
            <a:blip r:embed="rId23"/>
            <a:stretch>
              <a:fillRect/>
            </a:stretch>
          </a:blip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7" name="组合 16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4" name="图片 3" descr="13备份 1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>
              <p:custDataLst>
                <p:tags r:id="rId3"/>
              </p:custDataLst>
            </p:nvPr>
          </p:nvSpPr>
          <p:spPr>
            <a:xfrm>
              <a:off x="1514" y="356"/>
              <a:ext cx="14037" cy="87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/>
              <a:r>
                <a:rPr lang="zh-CN" altLang="en-US" sz="2000" b="1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rPr>
                <a:t>{{###}}</a:t>
              </a:r>
              <a:endParaRPr lang="zh-CN" altLang="en-US" sz="2000" b="1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lt"/>
              </a:endParaRPr>
            </a:p>
          </p:txBody>
        </p:sp>
        <p:pic>
          <p:nvPicPr>
            <p:cNvPr id="6" name="图片 5" descr="消防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8" y="356"/>
              <a:ext cx="836" cy="984"/>
            </a:xfrm>
            <a:prstGeom prst="rect">
              <a:avLst/>
            </a:prstGeom>
          </p:spPr>
        </p:pic>
      </p:grp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499110" y="4552950"/>
            <a:ext cx="2086610" cy="1988820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p>
            <a:pPr lvl="0" algn="ctr" defTabSz="457200">
              <a:lnSpc>
                <a:spcPct val="120000"/>
              </a:lnSpc>
              <a:defRPr/>
            </a:pPr>
            <a:r>
              <a:rPr lang="zh-CN" altLang="en-US" sz="12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思源宋体 CN" panose="02020900000000000000" pitchFamily="18" charset="-122"/>
                <a:ea typeface="思源宋体 CN" panose="02020900000000000000" pitchFamily="18" charset="-122"/>
                <a:sym typeface="+mn-ea"/>
              </a:rPr>
              <a:t>{{#####}}</a:t>
            </a:r>
            <a:endParaRPr lang="zh-CN" altLang="en-US" sz="1200" kern="0" dirty="0">
              <a:solidFill>
                <a:prstClr val="black">
                  <a:lumMod val="65000"/>
                  <a:lumOff val="35000"/>
                </a:prstClr>
              </a:solidFill>
              <a:latin typeface="思源宋体 CN" panose="02020900000000000000" pitchFamily="18" charset="-122"/>
              <a:ea typeface="思源宋体 CN" panose="02020900000000000000" pitchFamily="18" charset="-122"/>
              <a:sym typeface="+mn-ea"/>
            </a:endParaRPr>
          </a:p>
        </p:txBody>
      </p:sp>
      <p:sp>
        <p:nvSpPr>
          <p:cNvPr id="57" name="文本框 56"/>
          <p:cNvSpPr txBox="1"/>
          <p:nvPr>
            <p:custDataLst>
              <p:tags r:id="rId7"/>
            </p:custDataLst>
          </p:nvPr>
        </p:nvSpPr>
        <p:spPr>
          <a:xfrm>
            <a:off x="495300" y="3538220"/>
            <a:ext cx="2094230" cy="77724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b="1">
                <a:latin typeface="Source Han Sans HW SC Bold" panose="020B0800000000000000" charset="-122"/>
                <a:ea typeface="Source Han Sans HW SC Bold" panose="020B0800000000000000" charset="-122"/>
              </a:rPr>
              <a:t>{{####}}</a:t>
            </a:r>
            <a:endParaRPr lang="zh-CN" altLang="en-US" b="1">
              <a:latin typeface="Source Han Sans HW SC Bold" panose="020B0800000000000000" charset="-122"/>
              <a:ea typeface="Source Han Sans HW SC Bold" panose="020B0800000000000000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8"/>
            </p:custDataLst>
          </p:nvPr>
        </p:nvSpPr>
        <p:spPr>
          <a:xfrm>
            <a:off x="2804795" y="4554855"/>
            <a:ext cx="2086610" cy="1986280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p>
            <a:pPr lvl="0" algn="ctr" defTabSz="457200">
              <a:lnSpc>
                <a:spcPct val="120000"/>
              </a:lnSpc>
              <a:defRPr/>
            </a:pPr>
            <a:r>
              <a:rPr lang="zh-CN" altLang="en-US" sz="12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思源宋体 CN" panose="02020900000000000000" pitchFamily="18" charset="-122"/>
                <a:ea typeface="思源宋体 CN" panose="02020900000000000000" pitchFamily="18" charset="-122"/>
                <a:sym typeface="+mn-ea"/>
              </a:rPr>
              <a:t>{{#####}}</a:t>
            </a:r>
            <a:endParaRPr lang="zh-CN" altLang="en-US" sz="1200" kern="0" dirty="0">
              <a:solidFill>
                <a:prstClr val="black">
                  <a:lumMod val="65000"/>
                  <a:lumOff val="35000"/>
                </a:prstClr>
              </a:solidFill>
              <a:latin typeface="思源宋体 CN" panose="02020900000000000000" pitchFamily="18" charset="-122"/>
              <a:ea typeface="思源宋体 CN" panose="02020900000000000000" pitchFamily="18" charset="-122"/>
              <a:sym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9"/>
            </p:custDataLst>
          </p:nvPr>
        </p:nvSpPr>
        <p:spPr>
          <a:xfrm>
            <a:off x="2811780" y="3538220"/>
            <a:ext cx="1994535" cy="77724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b="1">
                <a:latin typeface="Source Han Sans HW SC Bold" panose="020B0800000000000000" charset="-122"/>
                <a:ea typeface="Source Han Sans HW SC Bold" panose="020B0800000000000000" charset="-122"/>
              </a:rPr>
              <a:t>{{####}}</a:t>
            </a:r>
            <a:endParaRPr lang="zh-CN" altLang="en-US" b="1">
              <a:latin typeface="Source Han Sans HW SC Bold" panose="020B0800000000000000" charset="-122"/>
              <a:ea typeface="Source Han Sans HW SC Bold" panose="020B0800000000000000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0"/>
            </p:custDataLst>
          </p:nvPr>
        </p:nvSpPr>
        <p:spPr>
          <a:xfrm>
            <a:off x="5110480" y="4554855"/>
            <a:ext cx="2086610" cy="1986280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p>
            <a:pPr lvl="0" algn="ctr" defTabSz="457200">
              <a:lnSpc>
                <a:spcPct val="120000"/>
              </a:lnSpc>
              <a:defRPr/>
            </a:pPr>
            <a:r>
              <a:rPr lang="zh-CN" altLang="en-US" sz="12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思源宋体 CN" panose="02020900000000000000" pitchFamily="18" charset="-122"/>
                <a:ea typeface="思源宋体 CN" panose="02020900000000000000" pitchFamily="18" charset="-122"/>
                <a:sym typeface="+mn-ea"/>
              </a:rPr>
              <a:t>{{#####}}</a:t>
            </a:r>
            <a:endParaRPr lang="zh-CN" altLang="en-US" sz="1200" kern="0" dirty="0">
              <a:solidFill>
                <a:prstClr val="black">
                  <a:lumMod val="65000"/>
                  <a:lumOff val="35000"/>
                </a:prstClr>
              </a:solidFill>
              <a:latin typeface="思源宋体 CN" panose="02020900000000000000" pitchFamily="18" charset="-122"/>
              <a:ea typeface="思源宋体 CN" panose="02020900000000000000" pitchFamily="18" charset="-122"/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5106670" y="3538220"/>
            <a:ext cx="2086610" cy="77724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b="1">
                <a:latin typeface="Source Han Sans HW SC Bold" panose="020B0800000000000000" charset="-122"/>
                <a:ea typeface="Source Han Sans HW SC Bold" panose="020B0800000000000000" charset="-122"/>
              </a:rPr>
              <a:t>{{####}}</a:t>
            </a:r>
            <a:endParaRPr lang="zh-CN" altLang="en-US" b="1">
              <a:latin typeface="Source Han Sans HW SC Bold" panose="020B0800000000000000" charset="-122"/>
              <a:ea typeface="Source Han Sans HW SC Bold" panose="020B0800000000000000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7416165" y="4554855"/>
            <a:ext cx="2086610" cy="1986280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p>
            <a:pPr lvl="0" algn="ctr" defTabSz="457200">
              <a:lnSpc>
                <a:spcPct val="120000"/>
              </a:lnSpc>
              <a:defRPr/>
            </a:pPr>
            <a:r>
              <a:rPr lang="zh-CN" altLang="en-US" sz="12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思源宋体 CN" panose="02020900000000000000" pitchFamily="18" charset="-122"/>
                <a:ea typeface="思源宋体 CN" panose="02020900000000000000" pitchFamily="18" charset="-122"/>
                <a:sym typeface="+mn-ea"/>
              </a:rPr>
              <a:t>{{#####}}</a:t>
            </a:r>
            <a:endParaRPr lang="zh-CN" altLang="en-US" sz="1200" kern="0" dirty="0">
              <a:solidFill>
                <a:prstClr val="black">
                  <a:lumMod val="65000"/>
                  <a:lumOff val="35000"/>
                </a:prstClr>
              </a:solidFill>
              <a:latin typeface="思源宋体 CN" panose="02020900000000000000" pitchFamily="18" charset="-122"/>
              <a:ea typeface="思源宋体 CN" panose="02020900000000000000" pitchFamily="18" charset="-122"/>
              <a:sym typeface="+mn-ea"/>
            </a:endParaRPr>
          </a:p>
        </p:txBody>
      </p:sp>
      <p:sp>
        <p:nvSpPr>
          <p:cNvPr id="29" name="文本框 28"/>
          <p:cNvSpPr txBox="1"/>
          <p:nvPr>
            <p:custDataLst>
              <p:tags r:id="rId13"/>
            </p:custDataLst>
          </p:nvPr>
        </p:nvSpPr>
        <p:spPr>
          <a:xfrm>
            <a:off x="7416165" y="3538220"/>
            <a:ext cx="2087245" cy="77724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b="1">
                <a:latin typeface="Source Han Sans HW SC Bold" panose="020B0800000000000000" charset="-122"/>
                <a:ea typeface="Source Han Sans HW SC Bold" panose="020B0800000000000000" charset="-122"/>
              </a:rPr>
              <a:t>{{####}}</a:t>
            </a:r>
            <a:endParaRPr lang="zh-CN" altLang="en-US" b="1">
              <a:latin typeface="Source Han Sans HW SC Bold" panose="020B0800000000000000" charset="-122"/>
              <a:ea typeface="Source Han Sans HW SC Bold" panose="020B0800000000000000" charset="-122"/>
            </a:endParaRPr>
          </a:p>
        </p:txBody>
      </p:sp>
      <p:sp>
        <p:nvSpPr>
          <p:cNvPr id="94" name="文本框 93"/>
          <p:cNvSpPr txBox="1"/>
          <p:nvPr>
            <p:custDataLst>
              <p:tags r:id="rId14"/>
            </p:custDataLst>
          </p:nvPr>
        </p:nvSpPr>
        <p:spPr>
          <a:xfrm>
            <a:off x="9721850" y="4554855"/>
            <a:ext cx="2086610" cy="1986280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p>
            <a:pPr lvl="0" algn="ctr" defTabSz="457200">
              <a:lnSpc>
                <a:spcPct val="120000"/>
              </a:lnSpc>
              <a:defRPr/>
            </a:pPr>
            <a:r>
              <a:rPr lang="zh-CN" altLang="en-US" sz="12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思源宋体 CN" panose="02020900000000000000" pitchFamily="18" charset="-122"/>
                <a:ea typeface="思源宋体 CN" panose="02020900000000000000" pitchFamily="18" charset="-122"/>
                <a:sym typeface="+mn-ea"/>
              </a:rPr>
              <a:t>{{#####}}</a:t>
            </a:r>
            <a:endParaRPr lang="zh-CN" altLang="en-US" sz="1200" kern="0" dirty="0">
              <a:solidFill>
                <a:prstClr val="black">
                  <a:lumMod val="65000"/>
                  <a:lumOff val="35000"/>
                </a:prstClr>
              </a:solidFill>
              <a:latin typeface="思源宋体 CN" panose="02020900000000000000" pitchFamily="18" charset="-122"/>
              <a:ea typeface="思源宋体 CN" panose="02020900000000000000" pitchFamily="18" charset="-122"/>
              <a:sym typeface="+mn-ea"/>
            </a:endParaRPr>
          </a:p>
        </p:txBody>
      </p:sp>
      <p:sp>
        <p:nvSpPr>
          <p:cNvPr id="98" name="文本框 97"/>
          <p:cNvSpPr txBox="1"/>
          <p:nvPr>
            <p:custDataLst>
              <p:tags r:id="rId15"/>
            </p:custDataLst>
          </p:nvPr>
        </p:nvSpPr>
        <p:spPr>
          <a:xfrm>
            <a:off x="9718040" y="3538220"/>
            <a:ext cx="2094230" cy="77724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b="1">
                <a:latin typeface="Source Han Sans HW SC Bold" panose="020B0800000000000000" charset="-122"/>
                <a:ea typeface="Source Han Sans HW SC Bold" panose="020B0800000000000000" charset="-122"/>
              </a:rPr>
              <a:t>{{####}}</a:t>
            </a:r>
            <a:endParaRPr lang="zh-CN" altLang="en-US" b="1">
              <a:latin typeface="Source Han Sans HW SC Bold" panose="020B0800000000000000" charset="-122"/>
              <a:ea typeface="Source Han Sans HW SC Bold" panose="020B0800000000000000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098550" y="1002030"/>
            <a:ext cx="10110470" cy="2296795"/>
            <a:chOff x="1730" y="2335"/>
            <a:chExt cx="15922" cy="3617"/>
          </a:xfrm>
        </p:grpSpPr>
        <p:sp>
          <p:nvSpPr>
            <p:cNvPr id="54" name="圆角矩形 53"/>
            <p:cNvSpPr/>
            <p:nvPr>
              <p:custDataLst>
                <p:tags r:id="rId16"/>
              </p:custDataLst>
            </p:nvPr>
          </p:nvSpPr>
          <p:spPr>
            <a:xfrm>
              <a:off x="2051" y="2335"/>
              <a:ext cx="757" cy="2102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>
              <p:custDataLst>
                <p:tags r:id="rId17"/>
              </p:custDataLst>
            </p:nvPr>
          </p:nvSpPr>
          <p:spPr>
            <a:xfrm>
              <a:off x="1730" y="4554"/>
              <a:ext cx="1399" cy="13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endParaRPr lang="zh-CN" altLang="en-US"/>
            </a:p>
          </p:txBody>
        </p:sp>
        <p:sp>
          <p:nvSpPr>
            <p:cNvPr id="61" name="圆角矩形 60"/>
            <p:cNvSpPr/>
            <p:nvPr>
              <p:custDataLst>
                <p:tags r:id="rId18"/>
              </p:custDataLst>
            </p:nvPr>
          </p:nvSpPr>
          <p:spPr>
            <a:xfrm>
              <a:off x="2051" y="3402"/>
              <a:ext cx="757" cy="103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endParaRPr lang="zh-CN" altLang="en-US"/>
            </a:p>
          </p:txBody>
        </p:sp>
        <p:sp>
          <p:nvSpPr>
            <p:cNvPr id="69" name="圆角矩形 68"/>
            <p:cNvSpPr/>
            <p:nvPr>
              <p:custDataLst>
                <p:tags r:id="rId19"/>
              </p:custDataLst>
            </p:nvPr>
          </p:nvSpPr>
          <p:spPr>
            <a:xfrm>
              <a:off x="5682" y="2335"/>
              <a:ext cx="757" cy="2102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rm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70" name="椭圆 69"/>
            <p:cNvSpPr/>
            <p:nvPr>
              <p:custDataLst>
                <p:tags r:id="rId20"/>
              </p:custDataLst>
            </p:nvPr>
          </p:nvSpPr>
          <p:spPr>
            <a:xfrm>
              <a:off x="5361" y="4554"/>
              <a:ext cx="1399" cy="13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endParaRPr lang="zh-CN" altLang="en-US"/>
            </a:p>
          </p:txBody>
        </p:sp>
        <p:sp>
          <p:nvSpPr>
            <p:cNvPr id="73" name="圆角矩形 72"/>
            <p:cNvSpPr/>
            <p:nvPr>
              <p:custDataLst>
                <p:tags r:id="rId21"/>
              </p:custDataLst>
            </p:nvPr>
          </p:nvSpPr>
          <p:spPr>
            <a:xfrm>
              <a:off x="5682" y="3026"/>
              <a:ext cx="757" cy="1411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endParaRPr lang="zh-CN" altLang="en-US"/>
            </a:p>
          </p:txBody>
        </p:sp>
        <p:sp>
          <p:nvSpPr>
            <p:cNvPr id="7" name="圆角矩形 6"/>
            <p:cNvSpPr/>
            <p:nvPr>
              <p:custDataLst>
                <p:tags r:id="rId22"/>
              </p:custDataLst>
            </p:nvPr>
          </p:nvSpPr>
          <p:spPr>
            <a:xfrm>
              <a:off x="9313" y="2335"/>
              <a:ext cx="757" cy="2102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rm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9" name="椭圆 8"/>
            <p:cNvSpPr/>
            <p:nvPr>
              <p:custDataLst>
                <p:tags r:id="rId23"/>
              </p:custDataLst>
            </p:nvPr>
          </p:nvSpPr>
          <p:spPr>
            <a:xfrm>
              <a:off x="8992" y="4554"/>
              <a:ext cx="1399" cy="13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endParaRPr lang="zh-CN" altLang="en-US"/>
            </a:p>
          </p:txBody>
        </p:sp>
        <p:sp>
          <p:nvSpPr>
            <p:cNvPr id="25" name="圆角矩形 24"/>
            <p:cNvSpPr/>
            <p:nvPr>
              <p:custDataLst>
                <p:tags r:id="rId24"/>
              </p:custDataLst>
            </p:nvPr>
          </p:nvSpPr>
          <p:spPr>
            <a:xfrm>
              <a:off x="9313" y="2697"/>
              <a:ext cx="757" cy="174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endParaRPr lang="zh-CN" altLang="en-US"/>
            </a:p>
          </p:txBody>
        </p:sp>
        <p:sp>
          <p:nvSpPr>
            <p:cNvPr id="26" name="圆角矩形 25"/>
            <p:cNvSpPr/>
            <p:nvPr>
              <p:custDataLst>
                <p:tags r:id="rId25"/>
              </p:custDataLst>
            </p:nvPr>
          </p:nvSpPr>
          <p:spPr>
            <a:xfrm>
              <a:off x="12944" y="2335"/>
              <a:ext cx="757" cy="2102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>
              <p:custDataLst>
                <p:tags r:id="rId26"/>
              </p:custDataLst>
            </p:nvPr>
          </p:nvSpPr>
          <p:spPr>
            <a:xfrm>
              <a:off x="12623" y="4554"/>
              <a:ext cx="1399" cy="13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endParaRPr lang="zh-CN" altLang="en-US"/>
            </a:p>
          </p:txBody>
        </p:sp>
        <p:sp>
          <p:nvSpPr>
            <p:cNvPr id="30" name="圆角矩形 29"/>
            <p:cNvSpPr/>
            <p:nvPr>
              <p:custDataLst>
                <p:tags r:id="rId27"/>
              </p:custDataLst>
            </p:nvPr>
          </p:nvSpPr>
          <p:spPr>
            <a:xfrm>
              <a:off x="12944" y="2549"/>
              <a:ext cx="757" cy="1888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>
              <p:custDataLst>
                <p:tags r:id="rId28"/>
              </p:custDataLst>
            </p:nvPr>
          </p:nvSpPr>
          <p:spPr>
            <a:xfrm>
              <a:off x="16254" y="4554"/>
              <a:ext cx="1399" cy="13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endParaRPr lang="zh-CN" altLang="en-US"/>
            </a:p>
          </p:txBody>
        </p:sp>
        <p:sp>
          <p:nvSpPr>
            <p:cNvPr id="32" name="圆角矩形 31"/>
            <p:cNvSpPr/>
            <p:nvPr>
              <p:custDataLst>
                <p:tags r:id="rId29"/>
              </p:custDataLst>
            </p:nvPr>
          </p:nvSpPr>
          <p:spPr>
            <a:xfrm>
              <a:off x="16575" y="2335"/>
              <a:ext cx="757" cy="2102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endParaRPr lang="zh-CN" altLang="en-US"/>
            </a:p>
          </p:txBody>
        </p:sp>
        <p:pic>
          <p:nvPicPr>
            <p:cNvPr id="101" name="图片 100" descr="公文包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/>
            <a:stretch>
              <a:fillRect/>
            </a:stretch>
          </p:blipFill>
          <p:spPr>
            <a:xfrm>
              <a:off x="9246" y="4808"/>
              <a:ext cx="891" cy="891"/>
            </a:xfrm>
            <a:prstGeom prst="rect">
              <a:avLst/>
            </a:prstGeom>
          </p:spPr>
        </p:pic>
        <p:pic>
          <p:nvPicPr>
            <p:cNvPr id="102" name="图片 101" descr="日历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3"/>
            <a:stretch>
              <a:fillRect/>
            </a:stretch>
          </p:blipFill>
          <p:spPr>
            <a:xfrm>
              <a:off x="16600" y="4851"/>
              <a:ext cx="708" cy="708"/>
            </a:xfrm>
            <a:prstGeom prst="rect">
              <a:avLst/>
            </a:prstGeom>
          </p:spPr>
        </p:pic>
        <p:pic>
          <p:nvPicPr>
            <p:cNvPr id="103" name="图片 102" descr="实景酷-人数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35"/>
            <a:stretch>
              <a:fillRect/>
            </a:stretch>
          </p:blipFill>
          <p:spPr>
            <a:xfrm>
              <a:off x="12866" y="4797"/>
              <a:ext cx="914" cy="914"/>
            </a:xfrm>
            <a:prstGeom prst="rect">
              <a:avLst/>
            </a:prstGeom>
          </p:spPr>
        </p:pic>
        <p:pic>
          <p:nvPicPr>
            <p:cNvPr id="104" name="图片 103" descr="灯泡 (1)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5602" y="4795"/>
              <a:ext cx="917" cy="917"/>
            </a:xfrm>
            <a:prstGeom prst="rect">
              <a:avLst/>
            </a:prstGeom>
          </p:spPr>
        </p:pic>
        <p:pic>
          <p:nvPicPr>
            <p:cNvPr id="105" name="图片 104" descr="发布时间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2027" y="4851"/>
              <a:ext cx="806" cy="80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7" name="组合 16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3" name="图片 2" descr="13备份 1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>
              <p:custDataLst>
                <p:tags r:id="rId3"/>
              </p:custDataLst>
            </p:nvPr>
          </p:nvSpPr>
          <p:spPr>
            <a:xfrm>
              <a:off x="1514" y="356"/>
              <a:ext cx="14037" cy="87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/>
              <a:r>
                <a:rPr lang="zh-CN" altLang="en-US" sz="2000" b="1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rPr>
                <a:t>{{###}}</a:t>
              </a:r>
              <a:endParaRPr lang="zh-CN" altLang="en-US" sz="2000" b="1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lt"/>
              </a:endParaRPr>
            </a:p>
          </p:txBody>
        </p:sp>
        <p:pic>
          <p:nvPicPr>
            <p:cNvPr id="8" name="图片 7" descr="消防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8" y="356"/>
              <a:ext cx="836" cy="984"/>
            </a:xfrm>
            <a:prstGeom prst="rect">
              <a:avLst/>
            </a:prstGeom>
          </p:spPr>
        </p:pic>
      </p:grpSp>
      <p:grpSp>
        <p:nvGrpSpPr>
          <p:cNvPr id="4" name="组合 3"/>
          <p:cNvGrpSpPr/>
          <p:nvPr/>
        </p:nvGrpSpPr>
        <p:grpSpPr>
          <a:xfrm>
            <a:off x="596900" y="949325"/>
            <a:ext cx="10814050" cy="5612130"/>
            <a:chOff x="940" y="1495"/>
            <a:chExt cx="17030" cy="8838"/>
          </a:xfrm>
        </p:grpSpPr>
        <p:grpSp>
          <p:nvGrpSpPr>
            <p:cNvPr id="5" name="组合 4"/>
            <p:cNvGrpSpPr/>
            <p:nvPr/>
          </p:nvGrpSpPr>
          <p:grpSpPr>
            <a:xfrm rot="0">
              <a:off x="6485" y="3053"/>
              <a:ext cx="6229" cy="5445"/>
              <a:chOff x="1187624" y="1904663"/>
              <a:chExt cx="2822661" cy="2467287"/>
            </a:xfrm>
          </p:grpSpPr>
          <p:sp>
            <p:nvSpPr>
              <p:cNvPr id="6" name="Freeform 233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2886425" y="1982732"/>
                <a:ext cx="1123860" cy="1116542"/>
              </a:xfrm>
              <a:custGeom>
                <a:avLst/>
                <a:gdLst>
                  <a:gd name="T0" fmla="*/ 21 w 129"/>
                  <a:gd name="T1" fmla="*/ 128 h 128"/>
                  <a:gd name="T2" fmla="*/ 117 w 129"/>
                  <a:gd name="T3" fmla="*/ 128 h 128"/>
                  <a:gd name="T4" fmla="*/ 125 w 129"/>
                  <a:gd name="T5" fmla="*/ 115 h 128"/>
                  <a:gd name="T6" fmla="*/ 62 w 129"/>
                  <a:gd name="T7" fmla="*/ 7 h 128"/>
                  <a:gd name="T8" fmla="*/ 47 w 129"/>
                  <a:gd name="T9" fmla="*/ 7 h 128"/>
                  <a:gd name="T10" fmla="*/ 0 w 129"/>
                  <a:gd name="T11" fmla="*/ 90 h 128"/>
                  <a:gd name="T12" fmla="*/ 21 w 129"/>
                  <a:gd name="T13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9" h="128">
                    <a:moveTo>
                      <a:pt x="21" y="128"/>
                    </a:moveTo>
                    <a:cubicBezTo>
                      <a:pt x="117" y="128"/>
                      <a:pt x="117" y="128"/>
                      <a:pt x="117" y="128"/>
                    </a:cubicBezTo>
                    <a:cubicBezTo>
                      <a:pt x="126" y="128"/>
                      <a:pt x="129" y="123"/>
                      <a:pt x="125" y="115"/>
                    </a:cubicBezTo>
                    <a:cubicBezTo>
                      <a:pt x="62" y="7"/>
                      <a:pt x="62" y="7"/>
                      <a:pt x="62" y="7"/>
                    </a:cubicBezTo>
                    <a:cubicBezTo>
                      <a:pt x="58" y="0"/>
                      <a:pt x="51" y="0"/>
                      <a:pt x="47" y="7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11" y="99"/>
                      <a:pt x="19" y="113"/>
                      <a:pt x="21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noAutofit/>
              </a:bodyPr>
              <a:p>
                <a:endParaRPr lang="zh-CN" altLang="en-US" sz="1600" b="1" dirty="0">
                  <a:solidFill>
                    <a:schemeClr val="lt1"/>
                  </a:solidFill>
                  <a:latin typeface="Arial Black" panose="020B0A04020102020204" pitchFamily="34" charset="0"/>
                  <a:ea typeface="宋体" pitchFamily="2" charset="-122"/>
                </a:endParaRPr>
              </a:p>
            </p:txBody>
          </p:sp>
          <p:sp>
            <p:nvSpPr>
              <p:cNvPr id="10" name="Freeform 234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2886425" y="3177341"/>
                <a:ext cx="1123860" cy="1116542"/>
              </a:xfrm>
              <a:custGeom>
                <a:avLst/>
                <a:gdLst>
                  <a:gd name="T0" fmla="*/ 117 w 129"/>
                  <a:gd name="T1" fmla="*/ 0 h 128"/>
                  <a:gd name="T2" fmla="*/ 21 w 129"/>
                  <a:gd name="T3" fmla="*/ 0 h 128"/>
                  <a:gd name="T4" fmla="*/ 0 w 129"/>
                  <a:gd name="T5" fmla="*/ 38 h 128"/>
                  <a:gd name="T6" fmla="*/ 47 w 129"/>
                  <a:gd name="T7" fmla="*/ 121 h 128"/>
                  <a:gd name="T8" fmla="*/ 62 w 129"/>
                  <a:gd name="T9" fmla="*/ 121 h 128"/>
                  <a:gd name="T10" fmla="*/ 125 w 129"/>
                  <a:gd name="T11" fmla="*/ 12 h 128"/>
                  <a:gd name="T12" fmla="*/ 117 w 129"/>
                  <a:gd name="T13" fmla="*/ 0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9" h="128">
                    <a:moveTo>
                      <a:pt x="117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19" y="15"/>
                      <a:pt x="11" y="29"/>
                      <a:pt x="0" y="38"/>
                    </a:cubicBezTo>
                    <a:cubicBezTo>
                      <a:pt x="47" y="121"/>
                      <a:pt x="47" y="121"/>
                      <a:pt x="47" y="121"/>
                    </a:cubicBezTo>
                    <a:cubicBezTo>
                      <a:pt x="51" y="128"/>
                      <a:pt x="58" y="128"/>
                      <a:pt x="62" y="121"/>
                    </a:cubicBezTo>
                    <a:cubicBezTo>
                      <a:pt x="125" y="12"/>
                      <a:pt x="125" y="12"/>
                      <a:pt x="125" y="12"/>
                    </a:cubicBezTo>
                    <a:cubicBezTo>
                      <a:pt x="129" y="5"/>
                      <a:pt x="126" y="0"/>
                      <a:pt x="1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noAutofit/>
              </a:bodyPr>
              <a:p>
                <a:endParaRPr lang="zh-CN" altLang="en-US" sz="1600" b="1" dirty="0">
                  <a:solidFill>
                    <a:schemeClr val="lt1"/>
                  </a:solidFill>
                  <a:latin typeface="Arial Black" panose="020B0A04020102020204" pitchFamily="34" charset="0"/>
                  <a:ea typeface="宋体" pitchFamily="2" charset="-122"/>
                </a:endParaRPr>
              </a:p>
            </p:txBody>
          </p:sp>
          <p:sp>
            <p:nvSpPr>
              <p:cNvPr id="13" name="Freeform 235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1187624" y="1982732"/>
                <a:ext cx="1132806" cy="1116542"/>
              </a:xfrm>
              <a:custGeom>
                <a:avLst/>
                <a:gdLst>
                  <a:gd name="T0" fmla="*/ 130 w 130"/>
                  <a:gd name="T1" fmla="*/ 90 h 128"/>
                  <a:gd name="T2" fmla="*/ 82 w 130"/>
                  <a:gd name="T3" fmla="*/ 7 h 128"/>
                  <a:gd name="T4" fmla="*/ 67 w 130"/>
                  <a:gd name="T5" fmla="*/ 7 h 128"/>
                  <a:gd name="T6" fmla="*/ 4 w 130"/>
                  <a:gd name="T7" fmla="*/ 115 h 128"/>
                  <a:gd name="T8" fmla="*/ 12 w 130"/>
                  <a:gd name="T9" fmla="*/ 128 h 128"/>
                  <a:gd name="T10" fmla="*/ 109 w 130"/>
                  <a:gd name="T11" fmla="*/ 128 h 128"/>
                  <a:gd name="T12" fmla="*/ 130 w 130"/>
                  <a:gd name="T13" fmla="*/ 90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0" h="128">
                    <a:moveTo>
                      <a:pt x="130" y="90"/>
                    </a:moveTo>
                    <a:cubicBezTo>
                      <a:pt x="82" y="7"/>
                      <a:pt x="82" y="7"/>
                      <a:pt x="82" y="7"/>
                    </a:cubicBezTo>
                    <a:cubicBezTo>
                      <a:pt x="78" y="0"/>
                      <a:pt x="71" y="0"/>
                      <a:pt x="67" y="7"/>
                    </a:cubicBezTo>
                    <a:cubicBezTo>
                      <a:pt x="4" y="115"/>
                      <a:pt x="4" y="115"/>
                      <a:pt x="4" y="115"/>
                    </a:cubicBezTo>
                    <a:cubicBezTo>
                      <a:pt x="0" y="123"/>
                      <a:pt x="4" y="128"/>
                      <a:pt x="12" y="128"/>
                    </a:cubicBezTo>
                    <a:cubicBezTo>
                      <a:pt x="109" y="128"/>
                      <a:pt x="109" y="128"/>
                      <a:pt x="109" y="128"/>
                    </a:cubicBezTo>
                    <a:cubicBezTo>
                      <a:pt x="110" y="113"/>
                      <a:pt x="118" y="99"/>
                      <a:pt x="130" y="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noAutofit/>
              </a:bodyPr>
              <a:p>
                <a:endParaRPr lang="zh-CN" altLang="en-US" sz="1600" b="1" dirty="0">
                  <a:solidFill>
                    <a:schemeClr val="lt1"/>
                  </a:solidFill>
                  <a:latin typeface="Arial Black" panose="020B0A04020102020204" pitchFamily="34" charset="0"/>
                  <a:ea typeface="宋体" pitchFamily="2" charset="-122"/>
                </a:endParaRPr>
              </a:p>
            </p:txBody>
          </p:sp>
          <p:sp>
            <p:nvSpPr>
              <p:cNvPr id="11" name="Freeform 236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1187624" y="3177341"/>
                <a:ext cx="1132806" cy="1116542"/>
              </a:xfrm>
              <a:custGeom>
                <a:avLst/>
                <a:gdLst>
                  <a:gd name="T0" fmla="*/ 109 w 130"/>
                  <a:gd name="T1" fmla="*/ 0 h 128"/>
                  <a:gd name="T2" fmla="*/ 12 w 130"/>
                  <a:gd name="T3" fmla="*/ 0 h 128"/>
                  <a:gd name="T4" fmla="*/ 4 w 130"/>
                  <a:gd name="T5" fmla="*/ 12 h 128"/>
                  <a:gd name="T6" fmla="*/ 67 w 130"/>
                  <a:gd name="T7" fmla="*/ 121 h 128"/>
                  <a:gd name="T8" fmla="*/ 82 w 130"/>
                  <a:gd name="T9" fmla="*/ 121 h 128"/>
                  <a:gd name="T10" fmla="*/ 130 w 130"/>
                  <a:gd name="T11" fmla="*/ 38 h 128"/>
                  <a:gd name="T12" fmla="*/ 109 w 130"/>
                  <a:gd name="T13" fmla="*/ 0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0" h="128">
                    <a:moveTo>
                      <a:pt x="109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4" y="0"/>
                      <a:pt x="0" y="5"/>
                      <a:pt x="4" y="12"/>
                    </a:cubicBezTo>
                    <a:cubicBezTo>
                      <a:pt x="67" y="121"/>
                      <a:pt x="67" y="121"/>
                      <a:pt x="67" y="121"/>
                    </a:cubicBezTo>
                    <a:cubicBezTo>
                      <a:pt x="71" y="128"/>
                      <a:pt x="78" y="128"/>
                      <a:pt x="82" y="121"/>
                    </a:cubicBezTo>
                    <a:cubicBezTo>
                      <a:pt x="130" y="38"/>
                      <a:pt x="130" y="38"/>
                      <a:pt x="130" y="38"/>
                    </a:cubicBezTo>
                    <a:cubicBezTo>
                      <a:pt x="118" y="29"/>
                      <a:pt x="110" y="15"/>
                      <a:pt x="1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noAutofit/>
              </a:bodyPr>
              <a:p>
                <a:endParaRPr lang="zh-CN" altLang="en-US" sz="1600" b="1" dirty="0">
                  <a:solidFill>
                    <a:schemeClr val="lt1"/>
                  </a:solidFill>
                  <a:latin typeface="Arial Black" panose="020B0A04020102020204" pitchFamily="34" charset="0"/>
                  <a:ea typeface="宋体" pitchFamily="2" charset="-122"/>
                </a:endParaRPr>
              </a:p>
            </p:txBody>
          </p:sp>
          <p:sp>
            <p:nvSpPr>
              <p:cNvPr id="14" name="Freeform 237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1945538" y="1904663"/>
                <a:ext cx="1288943" cy="819718"/>
              </a:xfrm>
              <a:custGeom>
                <a:avLst/>
                <a:gdLst>
                  <a:gd name="T0" fmla="*/ 98 w 148"/>
                  <a:gd name="T1" fmla="*/ 93 h 94"/>
                  <a:gd name="T2" fmla="*/ 144 w 148"/>
                  <a:gd name="T3" fmla="*/ 13 h 94"/>
                  <a:gd name="T4" fmla="*/ 136 w 148"/>
                  <a:gd name="T5" fmla="*/ 0 h 94"/>
                  <a:gd name="T6" fmla="*/ 11 w 148"/>
                  <a:gd name="T7" fmla="*/ 0 h 94"/>
                  <a:gd name="T8" fmla="*/ 4 w 148"/>
                  <a:gd name="T9" fmla="*/ 13 h 94"/>
                  <a:gd name="T10" fmla="*/ 50 w 148"/>
                  <a:gd name="T11" fmla="*/ 94 h 94"/>
                  <a:gd name="T12" fmla="*/ 75 w 148"/>
                  <a:gd name="T13" fmla="*/ 88 h 94"/>
                  <a:gd name="T14" fmla="*/ 98 w 148"/>
                  <a:gd name="T15" fmla="*/ 93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8" h="94">
                    <a:moveTo>
                      <a:pt x="98" y="93"/>
                    </a:moveTo>
                    <a:cubicBezTo>
                      <a:pt x="144" y="13"/>
                      <a:pt x="144" y="13"/>
                      <a:pt x="144" y="13"/>
                    </a:cubicBezTo>
                    <a:cubicBezTo>
                      <a:pt x="148" y="6"/>
                      <a:pt x="145" y="0"/>
                      <a:pt x="136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3" y="0"/>
                      <a:pt x="0" y="6"/>
                      <a:pt x="4" y="13"/>
                    </a:cubicBezTo>
                    <a:cubicBezTo>
                      <a:pt x="50" y="94"/>
                      <a:pt x="50" y="94"/>
                      <a:pt x="50" y="94"/>
                    </a:cubicBezTo>
                    <a:cubicBezTo>
                      <a:pt x="58" y="90"/>
                      <a:pt x="66" y="88"/>
                      <a:pt x="75" y="88"/>
                    </a:cubicBezTo>
                    <a:cubicBezTo>
                      <a:pt x="83" y="88"/>
                      <a:pt x="91" y="90"/>
                      <a:pt x="98" y="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noAutofit/>
              </a:bodyPr>
              <a:p>
                <a:endParaRPr lang="zh-CN" altLang="en-US" sz="1600" b="1" dirty="0">
                  <a:solidFill>
                    <a:schemeClr val="lt1"/>
                  </a:solidFill>
                  <a:latin typeface="Arial Black" panose="020B0A04020102020204" pitchFamily="34" charset="0"/>
                  <a:ea typeface="宋体" pitchFamily="2" charset="-122"/>
                </a:endParaRPr>
              </a:p>
            </p:txBody>
          </p:sp>
          <p:sp>
            <p:nvSpPr>
              <p:cNvPr id="16" name="Freeform 238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1945538" y="3552232"/>
                <a:ext cx="1288943" cy="819718"/>
              </a:xfrm>
              <a:custGeom>
                <a:avLst/>
                <a:gdLst>
                  <a:gd name="T0" fmla="*/ 50 w 148"/>
                  <a:gd name="T1" fmla="*/ 0 h 94"/>
                  <a:gd name="T2" fmla="*/ 4 w 148"/>
                  <a:gd name="T3" fmla="*/ 81 h 94"/>
                  <a:gd name="T4" fmla="*/ 11 w 148"/>
                  <a:gd name="T5" fmla="*/ 94 h 94"/>
                  <a:gd name="T6" fmla="*/ 136 w 148"/>
                  <a:gd name="T7" fmla="*/ 94 h 94"/>
                  <a:gd name="T8" fmla="*/ 144 w 148"/>
                  <a:gd name="T9" fmla="*/ 81 h 94"/>
                  <a:gd name="T10" fmla="*/ 98 w 148"/>
                  <a:gd name="T11" fmla="*/ 1 h 94"/>
                  <a:gd name="T12" fmla="*/ 75 w 148"/>
                  <a:gd name="T13" fmla="*/ 6 h 94"/>
                  <a:gd name="T14" fmla="*/ 50 w 148"/>
                  <a:gd name="T1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8" h="94">
                    <a:moveTo>
                      <a:pt x="50" y="0"/>
                    </a:moveTo>
                    <a:cubicBezTo>
                      <a:pt x="4" y="81"/>
                      <a:pt x="4" y="81"/>
                      <a:pt x="4" y="81"/>
                    </a:cubicBezTo>
                    <a:cubicBezTo>
                      <a:pt x="0" y="88"/>
                      <a:pt x="3" y="94"/>
                      <a:pt x="11" y="94"/>
                    </a:cubicBezTo>
                    <a:cubicBezTo>
                      <a:pt x="136" y="94"/>
                      <a:pt x="136" y="94"/>
                      <a:pt x="136" y="94"/>
                    </a:cubicBezTo>
                    <a:cubicBezTo>
                      <a:pt x="145" y="94"/>
                      <a:pt x="148" y="88"/>
                      <a:pt x="144" y="8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1" y="4"/>
                      <a:pt x="83" y="6"/>
                      <a:pt x="75" y="6"/>
                    </a:cubicBezTo>
                    <a:cubicBezTo>
                      <a:pt x="66" y="6"/>
                      <a:pt x="58" y="4"/>
                      <a:pt x="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noAutofit/>
              </a:bodyPr>
              <a:p>
                <a:endParaRPr lang="zh-CN" altLang="en-US" sz="1600" b="1" dirty="0">
                  <a:solidFill>
                    <a:schemeClr val="lt1"/>
                  </a:solidFill>
                  <a:latin typeface="Arial Black" panose="020B0A04020102020204" pitchFamily="34" charset="0"/>
                  <a:ea typeface="宋体" pitchFamily="2" charset="-122"/>
                </a:endParaRPr>
              </a:p>
            </p:txBody>
          </p:sp>
          <p:sp>
            <p:nvSpPr>
              <p:cNvPr id="20" name="文本框 322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2411534" y="1995743"/>
                <a:ext cx="489836" cy="52654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 anchor="ctr" anchorCtr="0">
                <a:noAutofit/>
              </a:bodyPr>
              <a:p>
                <a:r>
                  <a:rPr lang="en-US" altLang="zh-CN" sz="3200" b="1" dirty="0">
                    <a:solidFill>
                      <a:schemeClr val="lt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cs typeface="Aharoni" panose="02010803020104030203" pitchFamily="2" charset="-79"/>
                  </a:rPr>
                  <a:t>01</a:t>
                </a:r>
                <a:endParaRPr lang="en-US" altLang="zh-CN" sz="3200" b="1" dirty="0">
                  <a:solidFill>
                    <a:schemeClr val="lt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Aharoni" panose="02010803020104030203" pitchFamily="2" charset="-79"/>
                </a:endParaRPr>
              </a:p>
            </p:txBody>
          </p:sp>
          <p:sp>
            <p:nvSpPr>
              <p:cNvPr id="15" name="Freeform 307"/>
              <p:cNvSpPr>
                <a:spLocks noChangeAspect="1" noEditPoint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2492542" y="2989315"/>
                <a:ext cx="223278" cy="326186"/>
              </a:xfrm>
              <a:custGeom>
                <a:avLst/>
                <a:gdLst>
                  <a:gd name="T0" fmla="*/ 151 w 243"/>
                  <a:gd name="T1" fmla="*/ 4 h 354"/>
                  <a:gd name="T2" fmla="*/ 236 w 243"/>
                  <a:gd name="T3" fmla="*/ 91 h 354"/>
                  <a:gd name="T4" fmla="*/ 212 w 243"/>
                  <a:gd name="T5" fmla="*/ 202 h 354"/>
                  <a:gd name="T6" fmla="*/ 201 w 243"/>
                  <a:gd name="T7" fmla="*/ 243 h 354"/>
                  <a:gd name="T8" fmla="*/ 199 w 243"/>
                  <a:gd name="T9" fmla="*/ 276 h 354"/>
                  <a:gd name="T10" fmla="*/ 183 w 243"/>
                  <a:gd name="T11" fmla="*/ 322 h 354"/>
                  <a:gd name="T12" fmla="*/ 143 w 243"/>
                  <a:gd name="T13" fmla="*/ 354 h 354"/>
                  <a:gd name="T14" fmla="*/ 63 w 243"/>
                  <a:gd name="T15" fmla="*/ 328 h 354"/>
                  <a:gd name="T16" fmla="*/ 43 w 243"/>
                  <a:gd name="T17" fmla="*/ 281 h 354"/>
                  <a:gd name="T18" fmla="*/ 43 w 243"/>
                  <a:gd name="T19" fmla="*/ 253 h 354"/>
                  <a:gd name="T20" fmla="*/ 39 w 243"/>
                  <a:gd name="T21" fmla="*/ 231 h 354"/>
                  <a:gd name="T22" fmla="*/ 10 w 243"/>
                  <a:gd name="T23" fmla="*/ 163 h 354"/>
                  <a:gd name="T24" fmla="*/ 74 w 243"/>
                  <a:gd name="T25" fmla="*/ 10 h 354"/>
                  <a:gd name="T26" fmla="*/ 114 w 243"/>
                  <a:gd name="T27" fmla="*/ 0 h 354"/>
                  <a:gd name="T28" fmla="*/ 121 w 243"/>
                  <a:gd name="T29" fmla="*/ 245 h 354"/>
                  <a:gd name="T30" fmla="*/ 180 w 243"/>
                  <a:gd name="T31" fmla="*/ 233 h 354"/>
                  <a:gd name="T32" fmla="*/ 205 w 243"/>
                  <a:gd name="T33" fmla="*/ 168 h 354"/>
                  <a:gd name="T34" fmla="*/ 182 w 243"/>
                  <a:gd name="T35" fmla="*/ 44 h 354"/>
                  <a:gd name="T36" fmla="*/ 26 w 243"/>
                  <a:gd name="T37" fmla="*/ 138 h 354"/>
                  <a:gd name="T38" fmla="*/ 62 w 243"/>
                  <a:gd name="T39" fmla="*/ 235 h 354"/>
                  <a:gd name="T40" fmla="*/ 121 w 243"/>
                  <a:gd name="T41" fmla="*/ 245 h 354"/>
                  <a:gd name="T42" fmla="*/ 74 w 243"/>
                  <a:gd name="T43" fmla="*/ 254 h 354"/>
                  <a:gd name="T44" fmla="*/ 74 w 243"/>
                  <a:gd name="T45" fmla="*/ 274 h 354"/>
                  <a:gd name="T46" fmla="*/ 169 w 243"/>
                  <a:gd name="T47" fmla="*/ 274 h 354"/>
                  <a:gd name="T48" fmla="*/ 169 w 243"/>
                  <a:gd name="T49" fmla="*/ 254 h 354"/>
                  <a:gd name="T50" fmla="*/ 121 w 243"/>
                  <a:gd name="T51" fmla="*/ 283 h 354"/>
                  <a:gd name="T52" fmla="*/ 64 w 243"/>
                  <a:gd name="T53" fmla="*/ 289 h 354"/>
                  <a:gd name="T54" fmla="*/ 140 w 243"/>
                  <a:gd name="T55" fmla="*/ 303 h 354"/>
                  <a:gd name="T56" fmla="*/ 178 w 243"/>
                  <a:gd name="T57" fmla="*/ 297 h 354"/>
                  <a:gd name="T58" fmla="*/ 121 w 243"/>
                  <a:gd name="T59" fmla="*/ 283 h 354"/>
                  <a:gd name="T60" fmla="*/ 100 w 243"/>
                  <a:gd name="T61" fmla="*/ 332 h 354"/>
                  <a:gd name="T62" fmla="*/ 159 w 243"/>
                  <a:gd name="T63" fmla="*/ 313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43" h="354">
                    <a:moveTo>
                      <a:pt x="128" y="0"/>
                    </a:moveTo>
                    <a:cubicBezTo>
                      <a:pt x="136" y="1"/>
                      <a:pt x="144" y="2"/>
                      <a:pt x="151" y="4"/>
                    </a:cubicBezTo>
                    <a:cubicBezTo>
                      <a:pt x="172" y="9"/>
                      <a:pt x="190" y="20"/>
                      <a:pt x="205" y="35"/>
                    </a:cubicBezTo>
                    <a:cubicBezTo>
                      <a:pt x="221" y="51"/>
                      <a:pt x="231" y="69"/>
                      <a:pt x="236" y="91"/>
                    </a:cubicBezTo>
                    <a:cubicBezTo>
                      <a:pt x="243" y="121"/>
                      <a:pt x="240" y="149"/>
                      <a:pt x="225" y="177"/>
                    </a:cubicBezTo>
                    <a:cubicBezTo>
                      <a:pt x="221" y="185"/>
                      <a:pt x="216" y="194"/>
                      <a:pt x="212" y="202"/>
                    </a:cubicBezTo>
                    <a:cubicBezTo>
                      <a:pt x="206" y="214"/>
                      <a:pt x="203" y="226"/>
                      <a:pt x="202" y="238"/>
                    </a:cubicBezTo>
                    <a:cubicBezTo>
                      <a:pt x="202" y="240"/>
                      <a:pt x="201" y="241"/>
                      <a:pt x="201" y="243"/>
                    </a:cubicBezTo>
                    <a:cubicBezTo>
                      <a:pt x="200" y="246"/>
                      <a:pt x="200" y="255"/>
                      <a:pt x="200" y="258"/>
                    </a:cubicBezTo>
                    <a:cubicBezTo>
                      <a:pt x="202" y="264"/>
                      <a:pt x="201" y="270"/>
                      <a:pt x="199" y="276"/>
                    </a:cubicBezTo>
                    <a:cubicBezTo>
                      <a:pt x="198" y="278"/>
                      <a:pt x="198" y="279"/>
                      <a:pt x="199" y="281"/>
                    </a:cubicBezTo>
                    <a:cubicBezTo>
                      <a:pt x="205" y="297"/>
                      <a:pt x="198" y="314"/>
                      <a:pt x="183" y="322"/>
                    </a:cubicBezTo>
                    <a:cubicBezTo>
                      <a:pt x="181" y="322"/>
                      <a:pt x="180" y="324"/>
                      <a:pt x="180" y="325"/>
                    </a:cubicBezTo>
                    <a:cubicBezTo>
                      <a:pt x="173" y="342"/>
                      <a:pt x="161" y="353"/>
                      <a:pt x="143" y="354"/>
                    </a:cubicBezTo>
                    <a:cubicBezTo>
                      <a:pt x="127" y="354"/>
                      <a:pt x="111" y="354"/>
                      <a:pt x="96" y="353"/>
                    </a:cubicBezTo>
                    <a:cubicBezTo>
                      <a:pt x="80" y="352"/>
                      <a:pt x="69" y="342"/>
                      <a:pt x="63" y="328"/>
                    </a:cubicBezTo>
                    <a:cubicBezTo>
                      <a:pt x="62" y="324"/>
                      <a:pt x="60" y="322"/>
                      <a:pt x="57" y="321"/>
                    </a:cubicBezTo>
                    <a:cubicBezTo>
                      <a:pt x="43" y="313"/>
                      <a:pt x="37" y="296"/>
                      <a:pt x="43" y="281"/>
                    </a:cubicBezTo>
                    <a:cubicBezTo>
                      <a:pt x="44" y="279"/>
                      <a:pt x="44" y="278"/>
                      <a:pt x="43" y="276"/>
                    </a:cubicBezTo>
                    <a:cubicBezTo>
                      <a:pt x="40" y="268"/>
                      <a:pt x="40" y="261"/>
                      <a:pt x="43" y="253"/>
                    </a:cubicBezTo>
                    <a:cubicBezTo>
                      <a:pt x="43" y="252"/>
                      <a:pt x="43" y="250"/>
                      <a:pt x="43" y="248"/>
                    </a:cubicBezTo>
                    <a:cubicBezTo>
                      <a:pt x="41" y="242"/>
                      <a:pt x="40" y="237"/>
                      <a:pt x="39" y="231"/>
                    </a:cubicBezTo>
                    <a:cubicBezTo>
                      <a:pt x="37" y="218"/>
                      <a:pt x="32" y="206"/>
                      <a:pt x="26" y="195"/>
                    </a:cubicBezTo>
                    <a:cubicBezTo>
                      <a:pt x="21" y="184"/>
                      <a:pt x="15" y="174"/>
                      <a:pt x="10" y="163"/>
                    </a:cubicBezTo>
                    <a:cubicBezTo>
                      <a:pt x="2" y="143"/>
                      <a:pt x="0" y="121"/>
                      <a:pt x="4" y="100"/>
                    </a:cubicBezTo>
                    <a:cubicBezTo>
                      <a:pt x="11" y="57"/>
                      <a:pt x="35" y="27"/>
                      <a:pt x="74" y="10"/>
                    </a:cubicBezTo>
                    <a:cubicBezTo>
                      <a:pt x="86" y="4"/>
                      <a:pt x="98" y="1"/>
                      <a:pt x="111" y="1"/>
                    </a:cubicBezTo>
                    <a:cubicBezTo>
                      <a:pt x="112" y="0"/>
                      <a:pt x="113" y="0"/>
                      <a:pt x="114" y="0"/>
                    </a:cubicBezTo>
                    <a:lnTo>
                      <a:pt x="128" y="0"/>
                    </a:lnTo>
                    <a:close/>
                    <a:moveTo>
                      <a:pt x="121" y="245"/>
                    </a:moveTo>
                    <a:cubicBezTo>
                      <a:pt x="136" y="245"/>
                      <a:pt x="151" y="245"/>
                      <a:pt x="167" y="245"/>
                    </a:cubicBezTo>
                    <a:cubicBezTo>
                      <a:pt x="176" y="245"/>
                      <a:pt x="179" y="242"/>
                      <a:pt x="180" y="233"/>
                    </a:cubicBezTo>
                    <a:cubicBezTo>
                      <a:pt x="182" y="223"/>
                      <a:pt x="184" y="213"/>
                      <a:pt x="187" y="203"/>
                    </a:cubicBezTo>
                    <a:cubicBezTo>
                      <a:pt x="192" y="191"/>
                      <a:pt x="199" y="180"/>
                      <a:pt x="205" y="168"/>
                    </a:cubicBezTo>
                    <a:cubicBezTo>
                      <a:pt x="212" y="156"/>
                      <a:pt x="216" y="143"/>
                      <a:pt x="217" y="128"/>
                    </a:cubicBezTo>
                    <a:cubicBezTo>
                      <a:pt x="220" y="94"/>
                      <a:pt x="208" y="66"/>
                      <a:pt x="182" y="44"/>
                    </a:cubicBezTo>
                    <a:cubicBezTo>
                      <a:pt x="149" y="17"/>
                      <a:pt x="106" y="15"/>
                      <a:pt x="70" y="37"/>
                    </a:cubicBezTo>
                    <a:cubicBezTo>
                      <a:pt x="35" y="58"/>
                      <a:pt x="19" y="98"/>
                      <a:pt x="26" y="138"/>
                    </a:cubicBezTo>
                    <a:cubicBezTo>
                      <a:pt x="28" y="152"/>
                      <a:pt x="35" y="165"/>
                      <a:pt x="42" y="177"/>
                    </a:cubicBezTo>
                    <a:cubicBezTo>
                      <a:pt x="52" y="195"/>
                      <a:pt x="60" y="214"/>
                      <a:pt x="62" y="235"/>
                    </a:cubicBezTo>
                    <a:cubicBezTo>
                      <a:pt x="62" y="242"/>
                      <a:pt x="66" y="245"/>
                      <a:pt x="73" y="245"/>
                    </a:cubicBezTo>
                    <a:cubicBezTo>
                      <a:pt x="89" y="245"/>
                      <a:pt x="105" y="245"/>
                      <a:pt x="121" y="245"/>
                    </a:cubicBezTo>
                    <a:moveTo>
                      <a:pt x="121" y="254"/>
                    </a:moveTo>
                    <a:cubicBezTo>
                      <a:pt x="105" y="254"/>
                      <a:pt x="89" y="254"/>
                      <a:pt x="74" y="254"/>
                    </a:cubicBezTo>
                    <a:cubicBezTo>
                      <a:pt x="69" y="254"/>
                      <a:pt x="65" y="256"/>
                      <a:pt x="64" y="260"/>
                    </a:cubicBezTo>
                    <a:cubicBezTo>
                      <a:pt x="61" y="267"/>
                      <a:pt x="66" y="274"/>
                      <a:pt x="74" y="274"/>
                    </a:cubicBezTo>
                    <a:cubicBezTo>
                      <a:pt x="96" y="274"/>
                      <a:pt x="118" y="274"/>
                      <a:pt x="140" y="274"/>
                    </a:cubicBezTo>
                    <a:cubicBezTo>
                      <a:pt x="149" y="274"/>
                      <a:pt x="159" y="274"/>
                      <a:pt x="169" y="274"/>
                    </a:cubicBezTo>
                    <a:cubicBezTo>
                      <a:pt x="173" y="274"/>
                      <a:pt x="176" y="272"/>
                      <a:pt x="178" y="268"/>
                    </a:cubicBezTo>
                    <a:cubicBezTo>
                      <a:pt x="181" y="261"/>
                      <a:pt x="176" y="254"/>
                      <a:pt x="169" y="254"/>
                    </a:cubicBezTo>
                    <a:cubicBezTo>
                      <a:pt x="153" y="254"/>
                      <a:pt x="137" y="254"/>
                      <a:pt x="121" y="254"/>
                    </a:cubicBezTo>
                    <a:moveTo>
                      <a:pt x="121" y="283"/>
                    </a:moveTo>
                    <a:cubicBezTo>
                      <a:pt x="105" y="283"/>
                      <a:pt x="89" y="283"/>
                      <a:pt x="74" y="283"/>
                    </a:cubicBezTo>
                    <a:cubicBezTo>
                      <a:pt x="69" y="283"/>
                      <a:pt x="65" y="285"/>
                      <a:pt x="64" y="289"/>
                    </a:cubicBezTo>
                    <a:cubicBezTo>
                      <a:pt x="61" y="296"/>
                      <a:pt x="66" y="303"/>
                      <a:pt x="74" y="303"/>
                    </a:cubicBezTo>
                    <a:cubicBezTo>
                      <a:pt x="96" y="303"/>
                      <a:pt x="118" y="303"/>
                      <a:pt x="140" y="303"/>
                    </a:cubicBezTo>
                    <a:cubicBezTo>
                      <a:pt x="149" y="303"/>
                      <a:pt x="159" y="303"/>
                      <a:pt x="169" y="303"/>
                    </a:cubicBezTo>
                    <a:cubicBezTo>
                      <a:pt x="173" y="303"/>
                      <a:pt x="176" y="301"/>
                      <a:pt x="178" y="297"/>
                    </a:cubicBezTo>
                    <a:cubicBezTo>
                      <a:pt x="181" y="290"/>
                      <a:pt x="176" y="283"/>
                      <a:pt x="169" y="283"/>
                    </a:cubicBezTo>
                    <a:cubicBezTo>
                      <a:pt x="153" y="283"/>
                      <a:pt x="137" y="283"/>
                      <a:pt x="121" y="283"/>
                    </a:cubicBezTo>
                    <a:moveTo>
                      <a:pt x="82" y="313"/>
                    </a:moveTo>
                    <a:cubicBezTo>
                      <a:pt x="82" y="323"/>
                      <a:pt x="90" y="331"/>
                      <a:pt x="100" y="332"/>
                    </a:cubicBezTo>
                    <a:cubicBezTo>
                      <a:pt x="114" y="332"/>
                      <a:pt x="128" y="332"/>
                      <a:pt x="142" y="332"/>
                    </a:cubicBezTo>
                    <a:cubicBezTo>
                      <a:pt x="152" y="331"/>
                      <a:pt x="159" y="323"/>
                      <a:pt x="159" y="313"/>
                    </a:cubicBezTo>
                    <a:lnTo>
                      <a:pt x="82" y="31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noAutofit/>
              </a:bodyPr>
              <a:p>
                <a:endParaRPr lang="zh-CN" altLang="en-US" sz="1600" b="1" dirty="0">
                  <a:solidFill>
                    <a:schemeClr val="lt1"/>
                  </a:solidFill>
                  <a:latin typeface="Arial Black" panose="020B0A04020102020204" pitchFamily="34" charset="0"/>
                  <a:ea typeface="宋体" pitchFamily="2" charset="-122"/>
                </a:endParaRPr>
              </a:p>
            </p:txBody>
          </p:sp>
          <p:sp>
            <p:nvSpPr>
              <p:cNvPr id="18" name="文本框 329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2339939" y="3691364"/>
                <a:ext cx="489836" cy="52654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 anchor="ctr" anchorCtr="0">
                <a:noAutofit/>
              </a:bodyPr>
              <a:p>
                <a:r>
                  <a:rPr lang="en-US" altLang="zh-CN" sz="3200" b="1" dirty="0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cs typeface="Aharoni" panose="02010803020104030203" pitchFamily="2" charset="-79"/>
                  </a:rPr>
                  <a:t>04</a:t>
                </a:r>
                <a:endParaRPr lang="en-US" altLang="zh-CN" sz="3200" b="1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Aharoni" panose="02010803020104030203" pitchFamily="2" charset="-79"/>
                </a:endParaRPr>
              </a:p>
            </p:txBody>
          </p:sp>
          <p:sp>
            <p:nvSpPr>
              <p:cNvPr id="19" name="文本框 33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1593177" y="2427578"/>
                <a:ext cx="489836" cy="52654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 anchor="ctr" anchorCtr="0">
                <a:noAutofit/>
              </a:bodyPr>
              <a:p>
                <a:r>
                  <a:rPr lang="en-US" altLang="zh-CN" sz="3200" b="1" dirty="0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cs typeface="Aharoni" panose="02010803020104030203" pitchFamily="2" charset="-79"/>
                  </a:rPr>
                  <a:t>06</a:t>
                </a:r>
                <a:endParaRPr lang="en-US" altLang="zh-CN" sz="3200" b="1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Aharoni" panose="02010803020104030203" pitchFamily="2" charset="-79"/>
                </a:endParaRPr>
              </a:p>
            </p:txBody>
          </p:sp>
          <p:sp>
            <p:nvSpPr>
              <p:cNvPr id="30" name="文本框 333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3204063" y="2355530"/>
                <a:ext cx="489836" cy="52654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 anchor="ctr" anchorCtr="0">
                <a:noAutofit/>
              </a:bodyPr>
              <a:p>
                <a:r>
                  <a:rPr lang="en-US" altLang="zh-CN" sz="3200" b="1" dirty="0">
                    <a:solidFill>
                      <a:schemeClr val="bg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cs typeface="Aharoni" panose="02010803020104030203" pitchFamily="2" charset="-79"/>
                  </a:rPr>
                  <a:t>02</a:t>
                </a:r>
                <a:endParaRPr lang="en-US" altLang="zh-CN" sz="3200" b="1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Aharoni" panose="02010803020104030203" pitchFamily="2" charset="-79"/>
                </a:endParaRPr>
              </a:p>
            </p:txBody>
          </p:sp>
          <p:sp>
            <p:nvSpPr>
              <p:cNvPr id="31" name="文本框 335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617193" y="3255450"/>
                <a:ext cx="489836" cy="52654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 anchor="ctr" anchorCtr="0">
                <a:noAutofit/>
              </a:bodyPr>
              <a:p>
                <a:r>
                  <a:rPr lang="en-US" altLang="zh-CN" sz="3200" b="1" dirty="0">
                    <a:solidFill>
                      <a:schemeClr val="lt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cs typeface="Aharoni" panose="02010803020104030203" pitchFamily="2" charset="-79"/>
                  </a:rPr>
                  <a:t>05</a:t>
                </a:r>
                <a:endParaRPr lang="en-US" altLang="zh-CN" sz="3200" b="1" dirty="0">
                  <a:solidFill>
                    <a:schemeClr val="lt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Aharoni" panose="02010803020104030203" pitchFamily="2" charset="-79"/>
                </a:endParaRPr>
              </a:p>
            </p:txBody>
          </p:sp>
          <p:sp>
            <p:nvSpPr>
              <p:cNvPr id="32" name="文本框 337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3202703" y="3291701"/>
                <a:ext cx="489836" cy="52654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 anchor="ctr" anchorCtr="0">
                <a:noAutofit/>
              </a:bodyPr>
              <a:p>
                <a:r>
                  <a:rPr lang="en-US" altLang="zh-CN" sz="3200" b="1" dirty="0">
                    <a:solidFill>
                      <a:schemeClr val="lt1"/>
                    </a:solidFill>
                    <a:latin typeface="Source Han Sans CN Bold" panose="020B0500000000000000" charset="-122"/>
                    <a:ea typeface="Source Han Sans CN Bold" panose="020B0500000000000000" charset="-122"/>
                    <a:cs typeface="Aharoni" panose="02010803020104030203" pitchFamily="2" charset="-79"/>
                  </a:rPr>
                  <a:t>03</a:t>
                </a:r>
                <a:endParaRPr lang="en-US" altLang="zh-CN" sz="3200" b="1" dirty="0">
                  <a:solidFill>
                    <a:schemeClr val="lt1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Aharoni" panose="02010803020104030203" pitchFamily="2" charset="-79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 rot="0">
              <a:off x="940" y="1495"/>
              <a:ext cx="4969" cy="2553"/>
              <a:chOff x="233881" y="234546"/>
              <a:chExt cx="2617006" cy="2098444"/>
            </a:xfrm>
          </p:grpSpPr>
          <p:sp>
            <p:nvSpPr>
              <p:cNvPr id="34" name="文本框 23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233881" y="826352"/>
                <a:ext cx="2605946" cy="1506638"/>
              </a:xfrm>
              <a:prstGeom prst="rect">
                <a:avLst/>
              </a:prstGeom>
              <a:noFill/>
            </p:spPr>
            <p:txBody>
              <a:bodyPr wrap="square" lIns="0" rtlCol="0">
                <a:noAutofit/>
              </a:bodyPr>
              <a:p>
                <a:pPr algn="r" defTabSz="914400">
                  <a:lnSpc>
                    <a:spcPct val="150000"/>
                  </a:lnSpc>
                  <a:defRPr/>
                </a:pPr>
                <a:r>
                  <a:rPr lang="zh-CN" altLang="en-US" sz="1200" dirty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思源黑体 CN" panose="020B0500000000000000" charset="-122"/>
                    <a:ea typeface="思源黑体 CN" panose="020B0500000000000000" charset="-122"/>
                    <a:cs typeface="+mn-ea"/>
                    <a:sym typeface="思源黑体 CN Bold" panose="020B0800000000000000" pitchFamily="34" charset="-122"/>
                  </a:rPr>
                  <a:t>{{#####}}</a:t>
                </a:r>
                <a:endParaRPr lang="zh-CN" altLang="en-US" sz="1200" dirty="0">
                  <a:solidFill>
                    <a:schemeClr val="dk1">
                      <a:lumMod val="75000"/>
                      <a:lumOff val="25000"/>
                    </a:schemeClr>
                  </a:solidFill>
                  <a:latin typeface="思源黑体 CN" panose="020B0500000000000000" charset="-122"/>
                  <a:ea typeface="思源黑体 CN" panose="020B0500000000000000" charset="-122"/>
                  <a:cs typeface="+mn-ea"/>
                  <a:sym typeface="思源黑体 CN Bold" panose="020B0800000000000000" pitchFamily="34" charset="-122"/>
                </a:endParaRPr>
              </a:p>
            </p:txBody>
          </p:sp>
          <p:sp>
            <p:nvSpPr>
              <p:cNvPr id="35" name="文本框 34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244941" y="234546"/>
                <a:ext cx="2605946" cy="59180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r">
                  <a:defRPr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" panose="020B0500000000000000" charset="-122"/>
                    <a:ea typeface="思源黑体 CN" panose="020B0500000000000000" charset="-122"/>
                  </a:rPr>
                  <a:t>{{####}}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" panose="020B0500000000000000" charset="-122"/>
                  <a:ea typeface="思源黑体 CN" panose="020B0500000000000000" charset="-122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 rot="0">
              <a:off x="940" y="4723"/>
              <a:ext cx="4969" cy="2553"/>
              <a:chOff x="233881" y="234546"/>
              <a:chExt cx="2617006" cy="2098444"/>
            </a:xfrm>
          </p:grpSpPr>
          <p:sp>
            <p:nvSpPr>
              <p:cNvPr id="39" name="文本框 23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233881" y="826352"/>
                <a:ext cx="2605946" cy="1506638"/>
              </a:xfrm>
              <a:prstGeom prst="rect">
                <a:avLst/>
              </a:prstGeom>
              <a:noFill/>
            </p:spPr>
            <p:txBody>
              <a:bodyPr wrap="square" lIns="0" rtlCol="0">
                <a:noAutofit/>
              </a:bodyPr>
              <a:p>
                <a:pPr algn="r" defTabSz="914400">
                  <a:lnSpc>
                    <a:spcPct val="150000"/>
                  </a:lnSpc>
                  <a:defRPr/>
                </a:pPr>
                <a:r>
                  <a:rPr lang="zh-CN" altLang="en-US" sz="1200" dirty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思源黑体 CN" panose="020B0500000000000000" charset="-122"/>
                    <a:ea typeface="思源黑体 CN" panose="020B0500000000000000" charset="-122"/>
                    <a:cs typeface="+mn-ea"/>
                    <a:sym typeface="思源黑体 CN Bold" panose="020B0800000000000000" pitchFamily="34" charset="-122"/>
                  </a:rPr>
                  <a:t>{{#####}}</a:t>
                </a:r>
                <a:endParaRPr lang="zh-CN" altLang="en-US" sz="1200" dirty="0">
                  <a:solidFill>
                    <a:schemeClr val="dk1">
                      <a:lumMod val="75000"/>
                      <a:lumOff val="25000"/>
                    </a:schemeClr>
                  </a:solidFill>
                  <a:latin typeface="思源黑体 CN" panose="020B0500000000000000" charset="-122"/>
                  <a:ea typeface="思源黑体 CN" panose="020B0500000000000000" charset="-122"/>
                  <a:cs typeface="+mn-ea"/>
                  <a:sym typeface="思源黑体 CN Bold" panose="020B0800000000000000" pitchFamily="34" charset="-122"/>
                </a:endParaRPr>
              </a:p>
            </p:txBody>
          </p:sp>
          <p:sp>
            <p:nvSpPr>
              <p:cNvPr id="40" name="文本框 39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244941" y="234546"/>
                <a:ext cx="2605946" cy="59180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r">
                  <a:defRPr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" panose="020B0500000000000000" charset="-122"/>
                    <a:ea typeface="思源黑体 CN" panose="020B0500000000000000" charset="-122"/>
                  </a:rPr>
                  <a:t>{{####}}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" panose="020B0500000000000000" charset="-122"/>
                  <a:ea typeface="思源黑体 CN" panose="020B0500000000000000" charset="-122"/>
                </a:endParaRP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 rot="0">
              <a:off x="940" y="7781"/>
              <a:ext cx="4969" cy="2553"/>
              <a:chOff x="233881" y="234546"/>
              <a:chExt cx="2617006" cy="2098444"/>
            </a:xfrm>
          </p:grpSpPr>
          <p:sp>
            <p:nvSpPr>
              <p:cNvPr id="42" name="文本框 23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233881" y="826352"/>
                <a:ext cx="2605946" cy="1506638"/>
              </a:xfrm>
              <a:prstGeom prst="rect">
                <a:avLst/>
              </a:prstGeom>
              <a:noFill/>
            </p:spPr>
            <p:txBody>
              <a:bodyPr wrap="square" lIns="0" rtlCol="0">
                <a:noAutofit/>
              </a:bodyPr>
              <a:p>
                <a:pPr algn="r" defTabSz="914400">
                  <a:lnSpc>
                    <a:spcPct val="150000"/>
                  </a:lnSpc>
                  <a:defRPr/>
                </a:pPr>
                <a:r>
                  <a:rPr lang="zh-CN" altLang="en-US" sz="1200" dirty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思源黑体 CN" panose="020B0500000000000000" charset="-122"/>
                    <a:ea typeface="思源黑体 CN" panose="020B0500000000000000" charset="-122"/>
                    <a:cs typeface="+mn-ea"/>
                    <a:sym typeface="思源黑体 CN Bold" panose="020B0800000000000000" pitchFamily="34" charset="-122"/>
                  </a:rPr>
                  <a:t>{{#####}}</a:t>
                </a:r>
                <a:endParaRPr lang="zh-CN" altLang="en-US" sz="1200" dirty="0">
                  <a:solidFill>
                    <a:schemeClr val="dk1">
                      <a:lumMod val="75000"/>
                      <a:lumOff val="25000"/>
                    </a:schemeClr>
                  </a:solidFill>
                  <a:latin typeface="思源黑体 CN" panose="020B0500000000000000" charset="-122"/>
                  <a:ea typeface="思源黑体 CN" panose="020B0500000000000000" charset="-122"/>
                  <a:cs typeface="+mn-ea"/>
                  <a:sym typeface="思源黑体 CN Bold" panose="020B0800000000000000" pitchFamily="34" charset="-122"/>
                </a:endParaRPr>
              </a:p>
            </p:txBody>
          </p:sp>
          <p:sp>
            <p:nvSpPr>
              <p:cNvPr id="43" name="文本框 42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244941" y="234546"/>
                <a:ext cx="2605946" cy="59180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r">
                  <a:defRPr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" panose="020B0500000000000000" charset="-122"/>
                    <a:ea typeface="思源黑体 CN" panose="020B0500000000000000" charset="-122"/>
                  </a:rPr>
                  <a:t>{{####}}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" panose="020B0500000000000000" charset="-122"/>
                  <a:ea typeface="思源黑体 CN" panose="020B0500000000000000" charset="-122"/>
                </a:endParaRP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 rot="0">
              <a:off x="13002" y="1495"/>
              <a:ext cx="4969" cy="2553"/>
              <a:chOff x="233881" y="234546"/>
              <a:chExt cx="2617006" cy="2098444"/>
            </a:xfrm>
          </p:grpSpPr>
          <p:sp>
            <p:nvSpPr>
              <p:cNvPr id="45" name="文本框 23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233881" y="826352"/>
                <a:ext cx="2605946" cy="1506638"/>
              </a:xfrm>
              <a:prstGeom prst="rect">
                <a:avLst/>
              </a:prstGeom>
              <a:noFill/>
            </p:spPr>
            <p:txBody>
              <a:bodyPr wrap="square" lIns="0" rtlCol="0">
                <a:noAutofit/>
              </a:bodyPr>
              <a:p>
                <a:pPr algn="l" defTabSz="914400">
                  <a:lnSpc>
                    <a:spcPct val="150000"/>
                  </a:lnSpc>
                  <a:defRPr/>
                </a:pPr>
                <a:r>
                  <a:rPr lang="zh-CN" altLang="en-US" sz="1200" dirty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思源黑体 CN" panose="020B0500000000000000" charset="-122"/>
                    <a:ea typeface="思源黑体 CN" panose="020B0500000000000000" charset="-122"/>
                    <a:cs typeface="+mn-ea"/>
                    <a:sym typeface="思源黑体 CN Bold" panose="020B0800000000000000" pitchFamily="34" charset="-122"/>
                  </a:rPr>
                  <a:t>{{#####}}</a:t>
                </a:r>
                <a:endParaRPr lang="zh-CN" altLang="en-US" sz="1200" dirty="0">
                  <a:solidFill>
                    <a:schemeClr val="dk1">
                      <a:lumMod val="75000"/>
                      <a:lumOff val="25000"/>
                    </a:schemeClr>
                  </a:solidFill>
                  <a:latin typeface="思源黑体 CN" panose="020B0500000000000000" charset="-122"/>
                  <a:ea typeface="思源黑体 CN" panose="020B0500000000000000" charset="-122"/>
                  <a:cs typeface="+mn-ea"/>
                  <a:sym typeface="思源黑体 CN Bold" panose="020B0800000000000000" pitchFamily="34" charset="-122"/>
                </a:endParaRPr>
              </a:p>
            </p:txBody>
          </p:sp>
          <p:sp>
            <p:nvSpPr>
              <p:cNvPr id="46" name="文本框 45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244941" y="234546"/>
                <a:ext cx="2605946" cy="59180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l">
                  <a:defRPr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" panose="020B0500000000000000" charset="-122"/>
                    <a:ea typeface="思源黑体 CN" panose="020B0500000000000000" charset="-122"/>
                  </a:rPr>
                  <a:t>{{####}}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" panose="020B0500000000000000" charset="-122"/>
                  <a:ea typeface="思源黑体 CN" panose="020B0500000000000000" charset="-122"/>
                </a:endParaRP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 rot="0">
              <a:off x="13002" y="4723"/>
              <a:ext cx="4969" cy="2553"/>
              <a:chOff x="233881" y="234546"/>
              <a:chExt cx="2617006" cy="2098444"/>
            </a:xfrm>
          </p:grpSpPr>
          <p:sp>
            <p:nvSpPr>
              <p:cNvPr id="54" name="文本框 23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233881" y="826352"/>
                <a:ext cx="2605946" cy="1506638"/>
              </a:xfrm>
              <a:prstGeom prst="rect">
                <a:avLst/>
              </a:prstGeom>
              <a:noFill/>
            </p:spPr>
            <p:txBody>
              <a:bodyPr wrap="square" lIns="0" rtlCol="0">
                <a:noAutofit/>
              </a:bodyPr>
              <a:p>
                <a:pPr algn="l" defTabSz="914400">
                  <a:lnSpc>
                    <a:spcPct val="150000"/>
                  </a:lnSpc>
                  <a:defRPr/>
                </a:pPr>
                <a:r>
                  <a:rPr lang="zh-CN" altLang="en-US" sz="1200" dirty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思源黑体 CN" panose="020B0500000000000000" charset="-122"/>
                    <a:ea typeface="思源黑体 CN" panose="020B0500000000000000" charset="-122"/>
                    <a:cs typeface="+mn-ea"/>
                    <a:sym typeface="思源黑体 CN Bold" panose="020B0800000000000000" pitchFamily="34" charset="-122"/>
                  </a:rPr>
                  <a:t>{{#####}}</a:t>
                </a:r>
                <a:endParaRPr lang="zh-CN" altLang="en-US" sz="1200" dirty="0">
                  <a:solidFill>
                    <a:schemeClr val="dk1">
                      <a:lumMod val="75000"/>
                      <a:lumOff val="25000"/>
                    </a:schemeClr>
                  </a:solidFill>
                  <a:latin typeface="思源黑体 CN" panose="020B0500000000000000" charset="-122"/>
                  <a:ea typeface="思源黑体 CN" panose="020B0500000000000000" charset="-122"/>
                  <a:cs typeface="+mn-ea"/>
                  <a:sym typeface="思源黑体 CN Bold" panose="020B0800000000000000" pitchFamily="34" charset="-122"/>
                </a:endParaRPr>
              </a:p>
            </p:txBody>
          </p:sp>
          <p:sp>
            <p:nvSpPr>
              <p:cNvPr id="55" name="文本框 54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244941" y="234546"/>
                <a:ext cx="2605946" cy="59180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l">
                  <a:defRPr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" panose="020B0500000000000000" charset="-122"/>
                    <a:ea typeface="思源黑体 CN" panose="020B0500000000000000" charset="-122"/>
                  </a:rPr>
                  <a:t>{{####}}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" panose="020B0500000000000000" charset="-122"/>
                  <a:ea typeface="思源黑体 CN" panose="020B0500000000000000" charset="-122"/>
                </a:endParaRPr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 rot="0">
              <a:off x="13002" y="7781"/>
              <a:ext cx="4969" cy="2553"/>
              <a:chOff x="233881" y="234546"/>
              <a:chExt cx="2617006" cy="2098444"/>
            </a:xfrm>
          </p:grpSpPr>
          <p:sp>
            <p:nvSpPr>
              <p:cNvPr id="57" name="文本框 23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233881" y="826352"/>
                <a:ext cx="2605946" cy="1506638"/>
              </a:xfrm>
              <a:prstGeom prst="rect">
                <a:avLst/>
              </a:prstGeom>
              <a:noFill/>
            </p:spPr>
            <p:txBody>
              <a:bodyPr wrap="square" lIns="0" rtlCol="0">
                <a:noAutofit/>
              </a:bodyPr>
              <a:p>
                <a:pPr algn="l" defTabSz="914400">
                  <a:lnSpc>
                    <a:spcPct val="150000"/>
                  </a:lnSpc>
                  <a:defRPr/>
                </a:pPr>
                <a:r>
                  <a:rPr lang="zh-CN" altLang="en-US" sz="1200" dirty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思源黑体 CN" panose="020B0500000000000000" charset="-122"/>
                    <a:ea typeface="思源黑体 CN" panose="020B0500000000000000" charset="-122"/>
                    <a:cs typeface="+mn-ea"/>
                    <a:sym typeface="思源黑体 CN Bold" panose="020B0800000000000000" pitchFamily="34" charset="-122"/>
                  </a:rPr>
                  <a:t>{{#####}}</a:t>
                </a:r>
                <a:endParaRPr lang="zh-CN" altLang="en-US" sz="1200" dirty="0">
                  <a:solidFill>
                    <a:schemeClr val="dk1">
                      <a:lumMod val="75000"/>
                      <a:lumOff val="25000"/>
                    </a:schemeClr>
                  </a:solidFill>
                  <a:latin typeface="思源黑体 CN" panose="020B0500000000000000" charset="-122"/>
                  <a:ea typeface="思源黑体 CN" panose="020B0500000000000000" charset="-122"/>
                  <a:cs typeface="+mn-ea"/>
                  <a:sym typeface="思源黑体 CN Bold" panose="020B0800000000000000" pitchFamily="34" charset="-122"/>
                </a:endParaRPr>
              </a:p>
            </p:txBody>
          </p:sp>
          <p:sp>
            <p:nvSpPr>
              <p:cNvPr id="58" name="文本框 57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244941" y="234546"/>
                <a:ext cx="2605946" cy="59180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l">
                  <a:defRPr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" panose="020B0500000000000000" charset="-122"/>
                    <a:ea typeface="思源黑体 CN" panose="020B0500000000000000" charset="-122"/>
                  </a:rPr>
                  <a:t>{{####}}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" panose="020B0500000000000000" charset="-122"/>
                  <a:ea typeface="思源黑体 CN" panose="020B0500000000000000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7" name="组合 16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18" name="图片 17" descr="13备份 1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>
              <p:custDataLst>
                <p:tags r:id="rId3"/>
              </p:custDataLst>
            </p:nvPr>
          </p:nvSpPr>
          <p:spPr>
            <a:xfrm>
              <a:off x="1514" y="356"/>
              <a:ext cx="14037" cy="87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/>
              <a:r>
                <a:rPr lang="zh-CN" altLang="en-US" sz="2000" b="1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  <a:cs typeface="+mn-ea"/>
                  <a:sym typeface="+mn-lt"/>
                </a:rPr>
                <a:t>{{###}}</a:t>
              </a:r>
              <a:endParaRPr lang="zh-CN" altLang="en-US" sz="2000" b="1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  <a:cs typeface="+mn-ea"/>
                <a:sym typeface="+mn-lt"/>
              </a:endParaRPr>
            </a:p>
          </p:txBody>
        </p:sp>
        <p:pic>
          <p:nvPicPr>
            <p:cNvPr id="7" name="图片 6" descr="消防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8" y="356"/>
              <a:ext cx="836" cy="984"/>
            </a:xfrm>
            <a:prstGeom prst="rect">
              <a:avLst/>
            </a:prstGeom>
          </p:spPr>
        </p:pic>
      </p:grpSp>
      <p:grpSp>
        <p:nvGrpSpPr>
          <p:cNvPr id="16" name="Group 3"/>
          <p:cNvGrpSpPr/>
          <p:nvPr/>
        </p:nvGrpSpPr>
        <p:grpSpPr>
          <a:xfrm rot="0">
            <a:off x="430530" y="3159125"/>
            <a:ext cx="11338560" cy="3524250"/>
            <a:chOff x="430555" y="3323346"/>
            <a:chExt cx="11338705" cy="3524250"/>
          </a:xfrm>
        </p:grpSpPr>
        <p:grpSp>
          <p:nvGrpSpPr>
            <p:cNvPr id="22" name="Group 16"/>
            <p:cNvGrpSpPr/>
            <p:nvPr/>
          </p:nvGrpSpPr>
          <p:grpSpPr>
            <a:xfrm>
              <a:off x="430555" y="3323346"/>
              <a:ext cx="11338705" cy="3524250"/>
              <a:chOff x="8549724" y="3332882"/>
              <a:chExt cx="11338705" cy="3524250"/>
            </a:xfrm>
          </p:grpSpPr>
          <p:sp>
            <p:nvSpPr>
              <p:cNvPr id="31" name="Rectangle 17"/>
              <p:cNvSpPr/>
              <p:nvPr>
                <p:custDataLst>
                  <p:tags r:id="rId6"/>
                </p:custDataLst>
              </p:nvPr>
            </p:nvSpPr>
            <p:spPr>
              <a:xfrm>
                <a:off x="8581818" y="3949467"/>
                <a:ext cx="2240280" cy="6781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" panose="020B0500000000000000" charset="-122"/>
                    <a:ea typeface="思源黑体 CN" panose="020B0500000000000000" charset="-122"/>
                  </a:rPr>
                  <a:t>{{####}}</a:t>
                </a:r>
                <a:endParaRPr kumimoji="1" lang="zh-CN" altLang="en-US" sz="1600" b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charset="-122"/>
                  <a:ea typeface="思源黑体 CN" panose="020B0500000000000000" charset="-122"/>
                </a:endParaRPr>
              </a:p>
            </p:txBody>
          </p:sp>
          <p:sp>
            <p:nvSpPr>
              <p:cNvPr id="34" name="Rectangle 18"/>
              <p:cNvSpPr/>
              <p:nvPr>
                <p:custDataLst>
                  <p:tags r:id="rId7"/>
                </p:custDataLst>
              </p:nvPr>
            </p:nvSpPr>
            <p:spPr>
              <a:xfrm>
                <a:off x="8549724" y="4808622"/>
                <a:ext cx="2308860" cy="20364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" panose="020B0500000000000000" charset="-122"/>
                    <a:ea typeface="思源黑体 CN" panose="020B0500000000000000" charset="-122"/>
                  </a:rPr>
                  <a:t>{{#####}}</a:t>
                </a:r>
                <a:endParaRPr kumimoji="1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charset="-122"/>
                  <a:ea typeface="思源黑体 CN" panose="020B0500000000000000" charset="-122"/>
                </a:endParaRPr>
              </a:p>
            </p:txBody>
          </p:sp>
          <p:sp>
            <p:nvSpPr>
              <p:cNvPr id="35" name="TextBox 19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9470721" y="3332882"/>
                <a:ext cx="540000" cy="54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</p:spPr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Source Han Sans CN Bold" panose="020B0500000000000000" charset="-122"/>
                    <a:ea typeface="Source Han Sans CN Bold" panose="020B0500000000000000" charset="-122"/>
                    <a:cs typeface="+mn-cs"/>
                  </a:rPr>
                  <a:t>01</a:t>
                </a:r>
                <a:endPara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Han Sans CN Bold" panose="020B0500000000000000" charset="-122"/>
                  <a:ea typeface="Source Han Sans CN Bold" panose="020B0500000000000000" charset="-122"/>
                  <a:cs typeface="+mn-cs"/>
                </a:endParaRPr>
              </a:p>
            </p:txBody>
          </p:sp>
          <p:sp>
            <p:nvSpPr>
              <p:cNvPr id="36" name="Rectangle 17"/>
              <p:cNvSpPr/>
              <p:nvPr>
                <p:custDataLst>
                  <p:tags r:id="rId9"/>
                </p:custDataLst>
              </p:nvPr>
            </p:nvSpPr>
            <p:spPr>
              <a:xfrm>
                <a:off x="10822093" y="3950102"/>
                <a:ext cx="2240280" cy="6781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" panose="020B0500000000000000" charset="-122"/>
                    <a:ea typeface="思源黑体 CN" panose="020B0500000000000000" charset="-122"/>
                  </a:rPr>
                  <a:t>{{####}}</a:t>
                </a:r>
                <a:endParaRPr kumimoji="1" lang="zh-CN" altLang="en-US" sz="1600" b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charset="-122"/>
                  <a:ea typeface="思源黑体 CN" panose="020B0500000000000000" charset="-122"/>
                </a:endParaRPr>
              </a:p>
            </p:txBody>
          </p:sp>
          <p:sp>
            <p:nvSpPr>
              <p:cNvPr id="37" name="Rectangle 1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0787803" y="4809257"/>
                <a:ext cx="2308860" cy="20364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" panose="020B0500000000000000" charset="-122"/>
                    <a:ea typeface="思源黑体 CN" panose="020B0500000000000000" charset="-122"/>
                  </a:rPr>
                  <a:t>{{#####}}</a:t>
                </a:r>
                <a:endParaRPr kumimoji="1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charset="-122"/>
                  <a:ea typeface="思源黑体 CN" panose="020B0500000000000000" charset="-122"/>
                </a:endParaRPr>
              </a:p>
            </p:txBody>
          </p:sp>
          <p:sp>
            <p:nvSpPr>
              <p:cNvPr id="38" name="Rectangle 17"/>
              <p:cNvSpPr/>
              <p:nvPr>
                <p:custDataLst>
                  <p:tags r:id="rId11"/>
                </p:custDataLst>
              </p:nvPr>
            </p:nvSpPr>
            <p:spPr>
              <a:xfrm>
                <a:off x="13039706" y="3950737"/>
                <a:ext cx="2240280" cy="6781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" panose="020B0500000000000000" charset="-122"/>
                    <a:ea typeface="思源黑体 CN" panose="020B0500000000000000" charset="-122"/>
                  </a:rPr>
                  <a:t>{{####}}</a:t>
                </a:r>
                <a:endParaRPr kumimoji="1" lang="zh-CN" altLang="en-US" sz="1600" b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charset="-122"/>
                  <a:ea typeface="思源黑体 CN" panose="020B0500000000000000" charset="-122"/>
                </a:endParaRPr>
              </a:p>
            </p:txBody>
          </p:sp>
          <p:sp>
            <p:nvSpPr>
              <p:cNvPr id="39" name="Rectangle 18"/>
              <p:cNvSpPr/>
              <p:nvPr>
                <p:custDataLst>
                  <p:tags r:id="rId12"/>
                </p:custDataLst>
              </p:nvPr>
            </p:nvSpPr>
            <p:spPr>
              <a:xfrm>
                <a:off x="13005416" y="4809892"/>
                <a:ext cx="2308860" cy="20364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" panose="020B0500000000000000" charset="-122"/>
                    <a:ea typeface="思源黑体 CN" panose="020B0500000000000000" charset="-122"/>
                  </a:rPr>
                  <a:t>{{#####}}</a:t>
                </a:r>
                <a:endParaRPr kumimoji="1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charset="-122"/>
                  <a:ea typeface="思源黑体 CN" panose="020B0500000000000000" charset="-122"/>
                </a:endParaRPr>
              </a:p>
            </p:txBody>
          </p:sp>
          <p:sp>
            <p:nvSpPr>
              <p:cNvPr id="40" name="Rectangle 17"/>
              <p:cNvSpPr/>
              <p:nvPr>
                <p:custDataLst>
                  <p:tags r:id="rId13"/>
                </p:custDataLst>
              </p:nvPr>
            </p:nvSpPr>
            <p:spPr>
              <a:xfrm>
                <a:off x="15314524" y="3960897"/>
                <a:ext cx="2240280" cy="6781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" panose="020B0500000000000000" charset="-122"/>
                    <a:ea typeface="思源黑体 CN" panose="020B0500000000000000" charset="-122"/>
                  </a:rPr>
                  <a:t>{{####}}</a:t>
                </a:r>
                <a:endParaRPr kumimoji="1" lang="zh-CN" altLang="en-US" sz="1600" b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charset="-122"/>
                  <a:ea typeface="思源黑体 CN" panose="020B0500000000000000" charset="-122"/>
                </a:endParaRPr>
              </a:p>
            </p:txBody>
          </p:sp>
          <p:sp>
            <p:nvSpPr>
              <p:cNvPr id="41" name="Rectangle 18"/>
              <p:cNvSpPr/>
              <p:nvPr>
                <p:custDataLst>
                  <p:tags r:id="rId14"/>
                </p:custDataLst>
              </p:nvPr>
            </p:nvSpPr>
            <p:spPr>
              <a:xfrm>
                <a:off x="15280234" y="4820052"/>
                <a:ext cx="2308860" cy="20364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" panose="020B0500000000000000" charset="-122"/>
                    <a:ea typeface="思源黑体 CN" panose="020B0500000000000000" charset="-122"/>
                  </a:rPr>
                  <a:t>{{#####}}</a:t>
                </a:r>
                <a:endParaRPr kumimoji="1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charset="-122"/>
                  <a:ea typeface="思源黑体 CN" panose="020B0500000000000000" charset="-122"/>
                </a:endParaRPr>
              </a:p>
            </p:txBody>
          </p:sp>
          <p:sp>
            <p:nvSpPr>
              <p:cNvPr id="42" name="Rectangle 17"/>
              <p:cNvSpPr/>
              <p:nvPr>
                <p:custDataLst>
                  <p:tags r:id="rId15"/>
                </p:custDataLst>
              </p:nvPr>
            </p:nvSpPr>
            <p:spPr>
              <a:xfrm>
                <a:off x="17613859" y="3961532"/>
                <a:ext cx="2240280" cy="6781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" panose="020B0500000000000000" charset="-122"/>
                    <a:ea typeface="思源黑体 CN" panose="020B0500000000000000" charset="-122"/>
                  </a:rPr>
                  <a:t>{{####}}</a:t>
                </a:r>
                <a:endParaRPr kumimoji="1" lang="zh-CN" altLang="en-US" sz="1600" b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charset="-122"/>
                  <a:ea typeface="思源黑体 CN" panose="020B0500000000000000" charset="-122"/>
                </a:endParaRPr>
              </a:p>
            </p:txBody>
          </p:sp>
          <p:sp>
            <p:nvSpPr>
              <p:cNvPr id="43" name="Rectangle 18"/>
              <p:cNvSpPr/>
              <p:nvPr>
                <p:custDataLst>
                  <p:tags r:id="rId16"/>
                </p:custDataLst>
              </p:nvPr>
            </p:nvSpPr>
            <p:spPr>
              <a:xfrm>
                <a:off x="17579569" y="4820687"/>
                <a:ext cx="2308860" cy="20364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" panose="020B0500000000000000" charset="-122"/>
                    <a:ea typeface="思源黑体 CN" panose="020B0500000000000000" charset="-122"/>
                  </a:rPr>
                  <a:t>{{#####}}</a:t>
                </a:r>
                <a:endParaRPr kumimoji="1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charset="-122"/>
                  <a:ea typeface="思源黑体 CN" panose="020B0500000000000000" charset="-122"/>
                </a:endParaRPr>
              </a:p>
            </p:txBody>
          </p:sp>
        </p:grpSp>
        <p:sp>
          <p:nvSpPr>
            <p:cNvPr id="44" name="TextBox 23"/>
            <p:cNvSpPr txBox="1"/>
            <p:nvPr>
              <p:custDataLst>
                <p:tags r:id="rId17"/>
              </p:custDataLst>
            </p:nvPr>
          </p:nvSpPr>
          <p:spPr>
            <a:xfrm>
              <a:off x="3579740" y="3323346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Han Sans CN Bold" panose="020B0500000000000000" charset="-122"/>
                  <a:ea typeface="Source Han Sans CN Bold" panose="020B0500000000000000" charset="-122"/>
                  <a:cs typeface="+mn-cs"/>
                </a:rPr>
                <a:t>02</a:t>
              </a:r>
              <a:endPara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Han Sans CN Bold" panose="020B0500000000000000" charset="-122"/>
                <a:ea typeface="Source Han Sans CN Bold" panose="020B0500000000000000" charset="-122"/>
                <a:cs typeface="+mn-cs"/>
              </a:endParaRPr>
            </a:p>
          </p:txBody>
        </p:sp>
        <p:sp>
          <p:nvSpPr>
            <p:cNvPr id="45" name="TextBox 27"/>
            <p:cNvSpPr txBox="1"/>
            <p:nvPr>
              <p:custDataLst>
                <p:tags r:id="rId18"/>
              </p:custDataLst>
            </p:nvPr>
          </p:nvSpPr>
          <p:spPr>
            <a:xfrm>
              <a:off x="5808079" y="3323471"/>
              <a:ext cx="539750" cy="539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Han Sans CN Bold" panose="020B0500000000000000" charset="-122"/>
                  <a:ea typeface="Source Han Sans CN Bold" panose="020B0500000000000000" charset="-122"/>
                  <a:cs typeface="+mn-cs"/>
                </a:rPr>
                <a:t>03</a:t>
              </a:r>
              <a:endPara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Han Sans CN Bold" panose="020B0500000000000000" charset="-122"/>
                <a:ea typeface="Source Han Sans CN Bold" panose="020B0500000000000000" charset="-122"/>
                <a:cs typeface="+mn-cs"/>
              </a:endParaRPr>
            </a:p>
          </p:txBody>
        </p:sp>
        <p:sp>
          <p:nvSpPr>
            <p:cNvPr id="48" name="TextBox 31"/>
            <p:cNvSpPr txBox="1"/>
            <p:nvPr>
              <p:custDataLst>
                <p:tags r:id="rId19"/>
              </p:custDataLst>
            </p:nvPr>
          </p:nvSpPr>
          <p:spPr>
            <a:xfrm>
              <a:off x="8036116" y="3323346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Han Sans CN Bold" panose="020B0500000000000000" charset="-122"/>
                  <a:ea typeface="Source Han Sans CN Bold" panose="020B0500000000000000" charset="-122"/>
                  <a:cs typeface="+mn-cs"/>
                </a:rPr>
                <a:t>04</a:t>
              </a:r>
              <a:endPara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Han Sans CN Bold" panose="020B0500000000000000" charset="-122"/>
                <a:ea typeface="Source Han Sans CN Bold" panose="020B0500000000000000" charset="-122"/>
                <a:cs typeface="+mn-cs"/>
              </a:endParaRPr>
            </a:p>
          </p:txBody>
        </p:sp>
        <p:sp>
          <p:nvSpPr>
            <p:cNvPr id="49" name="TextBox 27"/>
            <p:cNvSpPr txBox="1"/>
            <p:nvPr>
              <p:custDataLst>
                <p:tags r:id="rId20"/>
              </p:custDataLst>
            </p:nvPr>
          </p:nvSpPr>
          <p:spPr>
            <a:xfrm>
              <a:off x="10426434" y="3324258"/>
              <a:ext cx="539750" cy="539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wrap="square" lIns="91440" tIns="45720" rIns="91440" bIns="45720" rtlCol="0" anchor="ctr" anchorCtr="0">
              <a:no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Han Sans CN Bold" panose="020B0500000000000000" charset="-122"/>
                  <a:ea typeface="Source Han Sans CN Bold" panose="020B0500000000000000" charset="-122"/>
                  <a:cs typeface="+mn-cs"/>
                </a:rPr>
                <a:t>05</a:t>
              </a:r>
              <a:endPara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Han Sans CN Bold" panose="020B0500000000000000" charset="-122"/>
                <a:ea typeface="Source Han Sans CN Bold" panose="020B0500000000000000" charset="-122"/>
                <a:cs typeface="+mn-cs"/>
              </a:endParaRPr>
            </a:p>
          </p:txBody>
        </p:sp>
      </p:grpSp>
      <p:sp>
        <p:nvSpPr>
          <p:cNvPr id="51" name="Rectangle 1"/>
          <p:cNvSpPr/>
          <p:nvPr>
            <p:custDataLst>
              <p:tags r:id="rId21"/>
            </p:custDataLst>
          </p:nvPr>
        </p:nvSpPr>
        <p:spPr>
          <a:xfrm>
            <a:off x="2703195" y="934720"/>
            <a:ext cx="6750050" cy="1125855"/>
          </a:xfrm>
          <a:prstGeom prst="rect">
            <a:avLst/>
          </a:prstGeom>
        </p:spPr>
        <p:txBody>
          <a:bodyPr wrap="square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24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" panose="020B0500000000000000" charset="-122"/>
                <a:ea typeface="思源黑体 CN" panose="020B0500000000000000" charset="-122"/>
              </a:rPr>
              <a:t>{{####}}</a:t>
            </a:r>
            <a:endParaRPr kumimoji="0" lang="zh-CN" altLang="en-US" sz="2400" b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" panose="020B0500000000000000" charset="-122"/>
              <a:ea typeface="思源黑体 CN" panose="020B0500000000000000" charset="-122"/>
            </a:endParaRPr>
          </a:p>
        </p:txBody>
      </p:sp>
      <p:sp>
        <p:nvSpPr>
          <p:cNvPr id="52" name="Rectangle 2"/>
          <p:cNvSpPr/>
          <p:nvPr>
            <p:custDataLst>
              <p:tags r:id="rId22"/>
            </p:custDataLst>
          </p:nvPr>
        </p:nvSpPr>
        <p:spPr>
          <a:xfrm>
            <a:off x="637540" y="2141855"/>
            <a:ext cx="10881360" cy="9410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" panose="020B0500000000000000" charset="-122"/>
                <a:ea typeface="思源黑体 CN" panose="020B0500000000000000" charset="-122"/>
              </a:rPr>
              <a:t>{{#####}}</a:t>
            </a:r>
            <a:endParaRPr kumimoji="1" lang="zh-CN" altLang="en-US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" panose="020B0500000000000000" charset="-122"/>
              <a:ea typeface="思源黑体 CN" panose="020B05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13备份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83210" y="166370"/>
            <a:ext cx="5297170" cy="36830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dist">
              <a:lnSpc>
                <a:spcPct val="110000"/>
              </a:lnSpc>
            </a:pPr>
            <a:r>
              <a:rPr lang="en-US" altLang="zh-CN">
                <a:solidFill>
                  <a:schemeClr val="dk1"/>
                </a:solidFill>
                <a:latin typeface="Arial Black" panose="020B0A04020102020204" pitchFamily="34" charset="0"/>
                <a:ea typeface="Source Han Sans CN Medium" panose="020B0500000000000000" charset="-122"/>
                <a:cs typeface="Arial Black" panose="020B0A04020102020204" pitchFamily="34" charset="0"/>
              </a:rPr>
              <a:t>2025.  11.  9</a:t>
            </a:r>
            <a:endParaRPr lang="en-US" altLang="zh-CN">
              <a:solidFill>
                <a:schemeClr val="dk1"/>
              </a:solidFill>
              <a:latin typeface="Arial Black" panose="020B0A04020102020204" pitchFamily="34" charset="0"/>
              <a:ea typeface="Source Han Sans CN Medium" panose="020B0500000000000000" charset="-122"/>
              <a:cs typeface="Arial Black" panose="020B0A04020102020204" pitchFamily="34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6735" y="5154295"/>
            <a:ext cx="5033645" cy="561340"/>
            <a:chOff x="989" y="7233"/>
            <a:chExt cx="7927" cy="884"/>
          </a:xfrm>
        </p:grpSpPr>
        <p:sp>
          <p:nvSpPr>
            <p:cNvPr id="18" name="圆角矩形 17"/>
            <p:cNvSpPr/>
            <p:nvPr>
              <p:custDataLst>
                <p:tags r:id="rId3"/>
              </p:custDataLst>
            </p:nvPr>
          </p:nvSpPr>
          <p:spPr>
            <a:xfrm>
              <a:off x="989" y="7233"/>
              <a:ext cx="7927" cy="884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990" y="7233"/>
              <a:ext cx="3877" cy="884"/>
            </a:xfrm>
            <a:prstGeom prst="roundRect">
              <a:avLst>
                <a:gd name="adj" fmla="val 50000"/>
              </a:avLst>
            </a:prstGeom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占位符 2"/>
            <p:cNvSpPr txBox="1"/>
            <p:nvPr>
              <p:custDataLst>
                <p:tags r:id="rId4"/>
              </p:custDataLst>
            </p:nvPr>
          </p:nvSpPr>
          <p:spPr>
            <a:xfrm>
              <a:off x="1371" y="7385"/>
              <a:ext cx="3292" cy="581"/>
            </a:xfrm>
            <a:prstGeom prst="rect">
              <a:avLst/>
            </a:prstGeom>
          </p:spPr>
          <p:txBody>
            <a:bodyPr vert="horz" lIns="91440" tIns="45720" rIns="91440" bIns="45720" rtlCol="0" anchor="ctr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Font typeface="Arial" panose="020B0604020202090204" pitchFamily="34" charset="0"/>
                <a:buNone/>
              </a:pPr>
              <a:r>
                <a:rPr lang="zh-CN" altLang="en-US" sz="1800" b="1" spc="300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</a:rPr>
                <a:t>汇报人：</a:t>
              </a:r>
              <a:r>
                <a:rPr lang="en-US" altLang="zh-CN" sz="1800" b="1" spc="300" dirty="0">
                  <a:solidFill>
                    <a:schemeClr val="bg1"/>
                  </a:solidFill>
                  <a:latin typeface="Source Han Sans CN Bold" panose="020B0500000000000000" charset="-122"/>
                  <a:ea typeface="Source Han Sans CN Bold" panose="020B0500000000000000" charset="-122"/>
                </a:rPr>
                <a:t>XXX</a:t>
              </a:r>
              <a:endParaRPr lang="en-US" altLang="zh-CN" sz="1800" b="1" spc="300" dirty="0">
                <a:solidFill>
                  <a:schemeClr val="bg1"/>
                </a:solidFill>
                <a:latin typeface="Source Han Sans CN Bold" panose="020B0500000000000000" charset="-122"/>
                <a:ea typeface="Source Han Sans CN Bold" panose="020B0500000000000000" charset="-122"/>
              </a:endParaRPr>
            </a:p>
          </p:txBody>
        </p:sp>
        <p:sp>
          <p:nvSpPr>
            <p:cNvPr id="7" name="文本占位符 2"/>
            <p:cNvSpPr txBox="1"/>
            <p:nvPr>
              <p:custDataLst>
                <p:tags r:id="rId5"/>
              </p:custDataLst>
            </p:nvPr>
          </p:nvSpPr>
          <p:spPr>
            <a:xfrm>
              <a:off x="5267" y="7385"/>
              <a:ext cx="3292" cy="581"/>
            </a:xfrm>
            <a:prstGeom prst="rect">
              <a:avLst/>
            </a:prstGeom>
          </p:spPr>
          <p:txBody>
            <a:bodyPr vert="horz" lIns="91440" tIns="45720" rIns="91440" bIns="45720" rtlCol="0" anchor="ctr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Font typeface="Arial" panose="020B0604020202090204" pitchFamily="34" charset="0"/>
                <a:buNone/>
              </a:pPr>
              <a:r>
                <a:rPr lang="zh-CN" altLang="en-US" sz="1600" b="1" spc="300" dirty="0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</a:rPr>
                <a:t>汇报时间：</a:t>
              </a:r>
              <a:r>
                <a:rPr lang="en-US" altLang="zh-CN" sz="1600" b="1" spc="300" dirty="0">
                  <a:solidFill>
                    <a:schemeClr val="tx2"/>
                  </a:solidFill>
                  <a:latin typeface="Source Han Sans CN Bold" panose="020B0500000000000000" charset="-122"/>
                  <a:ea typeface="Source Han Sans CN Bold" panose="020B0500000000000000" charset="-122"/>
                </a:rPr>
                <a:t>XXX</a:t>
              </a:r>
              <a:endParaRPr lang="en-US" altLang="zh-CN" sz="1600" b="1" spc="300" dirty="0">
                <a:solidFill>
                  <a:schemeClr val="tx2"/>
                </a:solidFill>
                <a:latin typeface="Source Han Sans CN Bold" panose="020B0500000000000000" charset="-122"/>
                <a:ea typeface="Source Han Sans CN Bold" panose="020B0500000000000000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47370" y="1377315"/>
            <a:ext cx="6096000" cy="196786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p>
            <a:pPr algn="l"/>
            <a:br>
              <a:rPr lang="zh-CN" altLang="en-US" sz="7200" b="1" dirty="0">
                <a:ln w="25400">
                  <a:noFill/>
                </a:ln>
                <a:solidFill>
                  <a:schemeClr val="tx2"/>
                </a:solidFill>
                <a:effectLst/>
                <a:latin typeface="Source Han Sans CN Heavy" panose="020B0500000000000000" charset="-122"/>
                <a:ea typeface="Source Han Sans CN Heavy" panose="020B0500000000000000" charset="-122"/>
                <a:cs typeface="+mn-ea"/>
                <a:sym typeface="+mn-lt"/>
              </a:rPr>
            </a:br>
            <a:r>
              <a:rPr lang="zh-CN" altLang="en-US" sz="7200" b="1" dirty="0">
                <a:ln w="25400">
                  <a:noFill/>
                </a:ln>
                <a:solidFill>
                  <a:schemeClr val="tx2"/>
                </a:solidFill>
                <a:effectLst/>
                <a:latin typeface="Source Han Sans CN Heavy" panose="020B0500000000000000" charset="-122"/>
                <a:ea typeface="Source Han Sans CN Heavy" panose="020B0500000000000000" charset="-122"/>
                <a:cs typeface="+mn-ea"/>
                <a:sym typeface="+mn-lt"/>
              </a:rPr>
              <a:t>谢谢您的观看</a:t>
            </a:r>
            <a:endParaRPr lang="zh-CN" altLang="en-US" sz="7200" b="1" dirty="0">
              <a:ln w="25400">
                <a:noFill/>
              </a:ln>
              <a:solidFill>
                <a:schemeClr val="tx2"/>
              </a:solidFill>
              <a:effectLst/>
              <a:latin typeface="Source Han Sans CN Heavy" panose="020B0500000000000000" charset="-122"/>
              <a:ea typeface="Source Han Sans CN Heavy" panose="020B0500000000000000" charset="-122"/>
              <a:cs typeface="+mn-ea"/>
              <a:sym typeface="+mn-lt"/>
            </a:endParaRPr>
          </a:p>
        </p:txBody>
      </p:sp>
      <p:pic>
        <p:nvPicPr>
          <p:cNvPr id="25" name="图片 24" descr="位图备份"/>
          <p:cNvPicPr>
            <a:picLocks noChangeAspect="1"/>
          </p:cNvPicPr>
          <p:nvPr/>
        </p:nvPicPr>
        <p:blipFill>
          <a:blip r:embed="rId6">
            <a:alphaModFix amt="19000"/>
          </a:blip>
          <a:stretch>
            <a:fillRect/>
          </a:stretch>
        </p:blipFill>
        <p:spPr>
          <a:xfrm>
            <a:off x="283210" y="5874385"/>
            <a:ext cx="671830" cy="13074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5"/>
  <p:tag name="KSO_WM_UNIT_TEXT_FILL_TYPE" val="1"/>
</p:tagLst>
</file>

<file path=ppt/tags/tag4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5"/>
  <p:tag name="KSO_WM_UNIT_TEXT_FILL_TYPE" val="1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5"/>
  <p:tag name="KSO_WM_UNIT_TEXT_FILL_TYPE" val="1"/>
</p:tagLst>
</file>

<file path=ppt/tags/tag8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5"/>
  <p:tag name="KSO_WM_UNIT_TEXT_FILL_TYPE" val="1"/>
</p:tagLst>
</file>

<file path=ppt/tags/tag12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5"/>
  <p:tag name="KSO_WM_UNIT_TEXT_FILL_TYPE" val="1"/>
</p:tagLst>
</file>

<file path=ppt/tags/tag15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5"/>
  <p:tag name="KSO_WM_UNIT_TEXT_FILL_TYPE" val="1"/>
</p:tagLst>
</file>

<file path=ppt/tags/tag18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5"/>
  <p:tag name="KSO_WM_UNIT_TEXT_FILL_TYPE" val="1"/>
</p:tagLst>
</file>

<file path=ppt/tags/tag21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5"/>
  <p:tag name="KSO_WM_UNIT_TEXT_FILL_TYPE" val="1"/>
</p:tagLst>
</file>

<file path=ppt/tags/tag26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5"/>
  <p:tag name="KSO_WM_UNIT_TEXT_FILL_TYPE" val="1"/>
</p:tagLst>
</file>

<file path=ppt/tags/tag30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5"/>
  <p:tag name="KSO_WM_UNIT_TEXT_FILL_TYPE" val="1"/>
</p:tagLst>
</file>

<file path=ppt/tags/tag33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5"/>
  <p:tag name="KSO_WM_UNIT_TEXT_FILL_TYPE" val="1"/>
</p:tagLst>
</file>

<file path=ppt/tags/tag36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5"/>
  <p:tag name="KSO_WM_UNIT_TEXT_FILL_TYPE" val="1"/>
</p:tagLst>
</file>

<file path=ppt/tags/tag41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5"/>
  <p:tag name="KSO_WM_UNIT_TEXT_FILL_TYPE" val="1"/>
</p:tagLst>
</file>

<file path=ppt/tags/tag45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5"/>
  <p:tag name="KSO_WM_UNIT_TEXT_FILL_TYPE" val="1"/>
</p:tagLst>
</file>

<file path=ppt/tags/tag48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5"/>
  <p:tag name="KSO_WM_UNIT_TEXT_FILL_TYPE" val="1"/>
</p:tagLst>
</file>

<file path=ppt/tags/tag53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5"/>
  <p:tag name="KSO_WM_UNIT_TEXT_FILL_TYPE" val="1"/>
</p:tagLst>
</file>

<file path=ppt/tags/tag57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5"/>
  <p:tag name="KSO_WM_UNIT_TEXT_FILL_TYPE" val="1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  <p:tag name="KSO_WM_UNIT_FILL_FORE_SCHEMECOLOR_INDEX_BRIGHTNESS" val="0.15"/>
  <p:tag name="KSO_WM_UNIT_FILL_FORE_SCHEMECOLOR_INDEX" val="13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.xml><?xml version="1.0" encoding="utf-8"?>
<p:tagLst xmlns:p="http://schemas.openxmlformats.org/presentationml/2006/main">
  <p:tag name="KSO_WM_BEAUTIFY_FLAG" val=""/>
  <p:tag name="KSO_WM_UNIT_FILL_FORE_SCHEMECOLOR_INDEX_BRIGHTNESS" val="0.15"/>
  <p:tag name="KSO_WM_UNIT_FILL_FORE_SCHEMECOLOR_INDEX" val="13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.xml><?xml version="1.0" encoding="utf-8"?>
<p:tagLst xmlns:p="http://schemas.openxmlformats.org/presentationml/2006/main">
  <p:tag name="KSO_WM_BEAUTIFY_FLAG" val=""/>
  <p:tag name="KSO_WM_UNIT_FILL_FORE_SCHEMECOLOR_INDEX_BRIGHTNESS" val="0.15"/>
  <p:tag name="KSO_WM_UNIT_FILL_FORE_SCHEMECOLOR_INDEX" val="13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13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13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13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.xml><?xml version="1.0" encoding="utf-8"?>
<p:tagLst xmlns:p="http://schemas.openxmlformats.org/presentationml/2006/main">
  <p:tag name="KSO_WM_BEAUTIFY_FLAG" val=""/>
  <p:tag name="KSO_WM_UNIT_FILL_FORE_SCHEMECOLOR_INDEX_BRIGHTNESS" val="-0.5"/>
  <p:tag name="KSO_WM_UNIT_FILL_FORE_SCHEMECOLOR_INDEX" val="1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3.xml><?xml version="1.0" encoding="utf-8"?>
<p:tagLst xmlns:p="http://schemas.openxmlformats.org/presentationml/2006/main">
  <p:tag name="KSO_WM_BEAUTIFY_FLAG" val=""/>
  <p:tag name="KSO_WM_UNIT_FILL_FORE_SCHEMECOLOR_INDEX_BRIGHTNESS" val="-0.0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4.xml><?xml version="1.0" encoding="utf-8"?>
<p:tagLst xmlns:p="http://schemas.openxmlformats.org/presentationml/2006/main">
  <p:tag name="KSO_WM_BEAUTIFY_FLAG" val=""/>
  <p:tag name="KSO_WM_UNIT_FILL_FORE_SCHEMECOLOR_INDEX_BRIGHTNESS" val="-0.5"/>
  <p:tag name="KSO_WM_UNIT_FILL_FORE_SCHEMECOLOR_INDEX" val="1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5.xml><?xml version="1.0" encoding="utf-8"?>
<p:tagLst xmlns:p="http://schemas.openxmlformats.org/presentationml/2006/main">
  <p:tag name="KSO_WM_BEAUTIFY_FLAG" val=""/>
  <p:tag name="KSO_WM_UNIT_FILL_FORE_SCHEMECOLOR_INDEX_BRIGHTNESS" val="-0.0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6.xml><?xml version="1.0" encoding="utf-8"?>
<p:tagLst xmlns:p="http://schemas.openxmlformats.org/presentationml/2006/main">
  <p:tag name="KSO_WM_BEAUTIFY_FLAG" val=""/>
  <p:tag name="KSO_WM_UNIT_FILL_FORE_SCHEMECOLOR_INDEX_BRIGHTNESS" val="-0.5"/>
  <p:tag name="KSO_WM_UNIT_FILL_FORE_SCHEMECOLOR_INDEX" val="1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7.xml><?xml version="1.0" encoding="utf-8"?>
<p:tagLst xmlns:p="http://schemas.openxmlformats.org/presentationml/2006/main">
  <p:tag name="KSO_WM_BEAUTIFY_FLAG" val=""/>
  <p:tag name="KSO_WM_UNIT_FILL_FORE_SCHEMECOLOR_INDEX_BRIGHTNESS" val="-0.0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8.xml><?xml version="1.0" encoding="utf-8"?>
<p:tagLst xmlns:p="http://schemas.openxmlformats.org/presentationml/2006/main">
  <p:tag name="KSO_WM_BEAUTIFY_FLAG" val=""/>
  <p:tag name="KSO_WM_UNIT_FILL_FORE_SCHEMECOLOR_INDEX_BRIGHTNESS" val="-0.5"/>
  <p:tag name="KSO_WM_UNIT_FILL_FORE_SCHEMECOLOR_INDEX" val="1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9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90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91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92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93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94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95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96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97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98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99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100.xml><?xml version="1.0" encoding="utf-8"?>
<p:tagLst xmlns:p="http://schemas.openxmlformats.org/presentationml/2006/main">
  <p:tag name="KSO_WM_BEAUTIFY_FLAG" val="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01.xml><?xml version="1.0" encoding="utf-8"?>
<p:tagLst xmlns:p="http://schemas.openxmlformats.org/presentationml/2006/main">
  <p:tag name="KSO_WM_BEAUTIFY_FLAG" val="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02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03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04.xml><?xml version="1.0" encoding="utf-8"?>
<p:tagLst xmlns:p="http://schemas.openxmlformats.org/presentationml/2006/main">
  <p:tag name="KSO_WM_BEAUTIFY_FLAG" val="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05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106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107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108.xml><?xml version="1.0" encoding="utf-8"?>
<p:tagLst xmlns:p="http://schemas.openxmlformats.org/presentationml/2006/main">
  <p:tag name="KSO_WM_BEAUTIFY_FLAG" val=""/>
  <p:tag name="KSO_WM_UNIT_FILL_FORE_SCHEMECOLOR_INDEX_BRIGHTNESS" val="-0.25"/>
  <p:tag name="KSO_WM_UNIT_FILL_FORE_SCHEMECOLOR_INDEX" val="7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09.xml><?xml version="1.0" encoding="utf-8"?>
<p:tagLst xmlns:p="http://schemas.openxmlformats.org/presentationml/2006/main">
  <p:tag name="KSO_WM_BEAUTIFY_FLAG" val=""/>
  <p:tag name="KSO_WM_UNIT_FILL_FORE_SCHEMECOLOR_INDEX_BRIGHTNESS" val="-0.25"/>
  <p:tag name="KSO_WM_UNIT_FILL_FORE_SCHEMECOLOR_INDEX" val="7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10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7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11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7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12.xml><?xml version="1.0" encoding="utf-8"?>
<p:tagLst xmlns:p="http://schemas.openxmlformats.org/presentationml/2006/main">
  <p:tag name="KSO_WM_BEAUTIFY_FLAG" val=""/>
  <p:tag name="KSO_WM_UNIT_FILL_FORE_SCHEMECOLOR_INDEX_BRIGHTNESS" val="-0.25"/>
  <p:tag name="KSO_WM_UNIT_FILL_FORE_SCHEMECOLOR_INDEX" val="7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13.xml><?xml version="1.0" encoding="utf-8"?>
<p:tagLst xmlns:p="http://schemas.openxmlformats.org/presentationml/2006/main">
  <p:tag name="KSO_WM_BEAUTIFY_FLAG" val=""/>
  <p:tag name="KSO_WM_UNIT_TEXT_FILL_FORE_SCHEMECOLOR_INDEX_BRIGHTNESS" val="0.25"/>
  <p:tag name="KSO_WM_UNIT_TEXT_FILL_FORE_SCHEMECOLOR_INDEX" val="13"/>
  <p:tag name="KSO_WM_UNIT_TEXT_FILL_TYPE" val="1"/>
</p:tagLst>
</file>

<file path=ppt/tags/tag114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  <p:tag name="KSO_WM_UNIT_FILL_FORE_SCHEMECOLOR_INDEX_BRIGHTNESS" val="0.8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2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3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2"/>
  <p:tag name="KSO_WM_UNIT_TEXT_FILL_TYPE" val="1"/>
</p:tagLst>
</file>

<file path=ppt/tags/tag214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6"/>
  <p:tag name="KSO_WM_UNIT_LINE_FILL_TYPE" val="2"/>
</p:tagLst>
</file>

<file path=ppt/tags/tag215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6"/>
  <p:tag name="KSO_WM_UNIT_LINE_FILL_TYPE" val="2"/>
</p:tagLst>
</file>

<file path=ppt/tags/tag216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6"/>
  <p:tag name="KSO_WM_UNIT_LINE_FILL_TYPE" val="2"/>
</p:tagLst>
</file>

<file path=ppt/tags/tag217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18.xml><?xml version="1.0" encoding="utf-8"?>
<p:tagLst xmlns:p="http://schemas.openxmlformats.org/presentationml/2006/main">
  <p:tag name="KSO_WM_BEAUTIFY_FLAG" val=""/>
  <p:tag name="KSO_WM_UNIT_FILL_FORE_SCHEMECOLOR_INDEX_BRIGHTNESS" val="0.8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9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20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21.xml><?xml version="1.0" encoding="utf-8"?>
<p:tagLst xmlns:p="http://schemas.openxmlformats.org/presentationml/2006/main">
  <p:tag name="KSO_WM_BEAUTIFY_FLAG" val=""/>
  <p:tag name="KSO_WM_UNIT_FILL_FORE_SCHEMECOLOR_INDEX_BRIGHTNESS" val="0.8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22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23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377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378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379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380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381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382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4"/>
  <p:tag name="KSO_WM_UNIT_TEXT_FILL_TYPE" val="1"/>
</p:tagLst>
</file>

<file path=ppt/tags/tag383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384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4"/>
  <p:tag name="KSO_WM_UNIT_TEXT_FILL_TYPE" val="1"/>
</p:tagLst>
</file>

<file path=ppt/tags/tag385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4"/>
  <p:tag name="KSO_WM_UNIT_TEXT_FILL_TYPE" val="1"/>
</p:tagLst>
</file>

<file path=ppt/tags/tag386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4"/>
  <p:tag name="KSO_WM_UNIT_TEXT_FILL_TYPE" val="1"/>
</p:tagLst>
</file>

<file path=ppt/tags/tag387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4"/>
  <p:tag name="KSO_WM_UNIT_TEXT_FILL_TYPE" val="1"/>
</p:tagLst>
</file>

<file path=ppt/tags/tag388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4"/>
  <p:tag name="KSO_WM_UNIT_TEXT_FILL_TYPE" val="1"/>
</p:tagLst>
</file>

<file path=ppt/tags/tag389.xml><?xml version="1.0" encoding="utf-8"?>
<p:tagLst xmlns:p="http://schemas.openxmlformats.org/presentationml/2006/main">
  <p:tag name="KSO_WM_BEAUTIFY_FLAG" val=""/>
  <p:tag name="KSO_WM_UNIT_TEXT_FILL_FORE_SCHEMECOLOR_INDEX_BRIGHTNESS" val="0.25"/>
  <p:tag name="KSO_WM_UNIT_TEXT_FILL_FORE_SCHEMECOLOR_INDEX" val="13"/>
  <p:tag name="KSO_WM_UNIT_TEXT_FILL_TYPE" val="1"/>
</p:tagLst>
</file>

<file path=ppt/tags/tag390.xml><?xml version="1.0" encoding="utf-8"?>
<p:tagLst xmlns:p="http://schemas.openxmlformats.org/presentationml/2006/main">
  <p:tag name="KSO_WM_BEAUTIFY_FLAG" val=""/>
  <p:tag name="KSO_WM_UNIT_TEXT_FILL_FORE_SCHEMECOLOR_INDEX_BRIGHTNESS" val="0.15"/>
  <p:tag name="KSO_WM_UNIT_TEXT_FILL_FORE_SCHEMECOLOR_INDEX" val="13"/>
  <p:tag name="KSO_WM_UNIT_TEXT_FILL_TYPE" val="1"/>
</p:tagLst>
</file>

<file path=ppt/tags/tag391.xml><?xml version="1.0" encoding="utf-8"?>
<p:tagLst xmlns:p="http://schemas.openxmlformats.org/presentationml/2006/main">
  <p:tag name="KSO_WM_BEAUTIFY_FLAG" val=""/>
  <p:tag name="KSO_WM_UNIT_TEXT_FILL_FORE_SCHEMECOLOR_INDEX_BRIGHTNESS" val="0.25"/>
  <p:tag name="KSO_WM_UNIT_TEXT_FILL_FORE_SCHEMECOLOR_INDEX" val="13"/>
  <p:tag name="KSO_WM_UNIT_TEXT_FILL_TYPE" val="1"/>
</p:tagLst>
</file>

<file path=ppt/tags/tag392.xml><?xml version="1.0" encoding="utf-8"?>
<p:tagLst xmlns:p="http://schemas.openxmlformats.org/presentationml/2006/main">
  <p:tag name="KSO_WM_BEAUTIFY_FLAG" val=""/>
  <p:tag name="KSO_WM_UNIT_TEXT_FILL_FORE_SCHEMECOLOR_INDEX_BRIGHTNESS" val="0.15"/>
  <p:tag name="KSO_WM_UNIT_TEXT_FILL_FORE_SCHEMECOLOR_INDEX" val="13"/>
  <p:tag name="KSO_WM_UNIT_TEXT_FILL_TYPE" val="1"/>
</p:tagLst>
</file>

<file path=ppt/tags/tag393.xml><?xml version="1.0" encoding="utf-8"?>
<p:tagLst xmlns:p="http://schemas.openxmlformats.org/presentationml/2006/main">
  <p:tag name="KSO_WM_BEAUTIFY_FLAG" val=""/>
  <p:tag name="KSO_WM_UNIT_TEXT_FILL_FORE_SCHEMECOLOR_INDEX_BRIGHTNESS" val="0.25"/>
  <p:tag name="KSO_WM_UNIT_TEXT_FILL_FORE_SCHEMECOLOR_INDEX" val="13"/>
  <p:tag name="KSO_WM_UNIT_TEXT_FILL_TYPE" val="1"/>
</p:tagLst>
</file>

<file path=ppt/tags/tag394.xml><?xml version="1.0" encoding="utf-8"?>
<p:tagLst xmlns:p="http://schemas.openxmlformats.org/presentationml/2006/main">
  <p:tag name="KSO_WM_BEAUTIFY_FLAG" val=""/>
  <p:tag name="KSO_WM_UNIT_TEXT_FILL_FORE_SCHEMECOLOR_INDEX_BRIGHTNESS" val="0.15"/>
  <p:tag name="KSO_WM_UNIT_TEXT_FILL_FORE_SCHEMECOLOR_INDEX" val="13"/>
  <p:tag name="KSO_WM_UNIT_TEXT_FILL_TYPE" val="1"/>
</p:tagLst>
</file>

<file path=ppt/tags/tag395.xml><?xml version="1.0" encoding="utf-8"?>
<p:tagLst xmlns:p="http://schemas.openxmlformats.org/presentationml/2006/main">
  <p:tag name="KSO_WM_BEAUTIFY_FLAG" val=""/>
  <p:tag name="KSO_WM_UNIT_TEXT_FILL_FORE_SCHEMECOLOR_INDEX_BRIGHTNESS" val="0.25"/>
  <p:tag name="KSO_WM_UNIT_TEXT_FILL_FORE_SCHEMECOLOR_INDEX" val="13"/>
  <p:tag name="KSO_WM_UNIT_TEXT_FILL_TYPE" val="1"/>
</p:tagLst>
</file>

<file path=ppt/tags/tag396.xml><?xml version="1.0" encoding="utf-8"?>
<p:tagLst xmlns:p="http://schemas.openxmlformats.org/presentationml/2006/main">
  <p:tag name="KSO_WM_BEAUTIFY_FLAG" val=""/>
  <p:tag name="KSO_WM_UNIT_TEXT_FILL_FORE_SCHEMECOLOR_INDEX_BRIGHTNESS" val="0.15"/>
  <p:tag name="KSO_WM_UNIT_TEXT_FILL_FORE_SCHEMECOLOR_INDEX" val="13"/>
  <p:tag name="KSO_WM_UNIT_TEXT_FILL_TYPE" val="1"/>
</p:tagLst>
</file>

<file path=ppt/tags/tag397.xml><?xml version="1.0" encoding="utf-8"?>
<p:tagLst xmlns:p="http://schemas.openxmlformats.org/presentationml/2006/main">
  <p:tag name="KSO_WM_BEAUTIFY_FLAG" val=""/>
  <p:tag name="KSO_WM_UNIT_TEXT_FILL_FORE_SCHEMECOLOR_INDEX_BRIGHTNESS" val="0.25"/>
  <p:tag name="KSO_WM_UNIT_TEXT_FILL_FORE_SCHEMECOLOR_INDEX" val="13"/>
  <p:tag name="KSO_WM_UNIT_TEXT_FILL_TYPE" val="1"/>
</p:tagLst>
</file>

<file path=ppt/tags/tag398.xml><?xml version="1.0" encoding="utf-8"?>
<p:tagLst xmlns:p="http://schemas.openxmlformats.org/presentationml/2006/main">
  <p:tag name="KSO_WM_BEAUTIFY_FLAG" val=""/>
  <p:tag name="KSO_WM_UNIT_TEXT_FILL_FORE_SCHEMECOLOR_INDEX_BRIGHTNESS" val="0.15"/>
  <p:tag name="KSO_WM_UNIT_TEXT_FILL_FORE_SCHEMECOLOR_INDEX" val="13"/>
  <p:tag name="KSO_WM_UNIT_TEXT_FILL_TYPE" val="1"/>
</p:tagLst>
</file>

<file path=ppt/tags/tag399.xml><?xml version="1.0" encoding="utf-8"?>
<p:tagLst xmlns:p="http://schemas.openxmlformats.org/presentationml/2006/main">
  <p:tag name="KSO_WM_BEAUTIFY_FLAG" val=""/>
  <p:tag name="KSO_WM_UNIT_TEXT_FILL_FORE_SCHEMECOLOR_INDEX_BRIGHTNESS" val="0.25"/>
  <p:tag name="KSO_WM_UNIT_TEXT_FILL_FORE_SCHEMECOLOR_INDEX" val="13"/>
  <p:tag name="KSO_WM_UNIT_TEXT_FILL_TYPE" val="1"/>
</p:tagLst>
</file>

<file path=ppt/tags/tag400.xml><?xml version="1.0" encoding="utf-8"?>
<p:tagLst xmlns:p="http://schemas.openxmlformats.org/presentationml/2006/main">
  <p:tag name="KSO_WM_BEAUTIFY_FLAG" val=""/>
  <p:tag name="KSO_WM_UNIT_TEXT_FILL_FORE_SCHEMECOLOR_INDEX_BRIGHTNESS" val="0.15"/>
  <p:tag name="KSO_WM_UNIT_TEXT_FILL_FORE_SCHEMECOLOR_INDEX" val="13"/>
  <p:tag name="KSO_WM_UNIT_TEXT_FILL_TYPE" val="1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5"/>
  <p:tag name="KSO_WM_UNIT_TEXT_FILL_TYPE" val="1"/>
</p:tagLst>
</file>

<file path=ppt/tags/tag424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5"/>
  <p:tag name="KSO_WM_UNIT_TEXT_FILL_TYPE" val="1"/>
</p:tagLst>
</file>

<file path=ppt/theme/theme1.xml><?xml version="1.0" encoding="utf-8"?>
<a:theme xmlns:a="http://schemas.openxmlformats.org/drawingml/2006/main" name="WPS">
  <a:themeElements>
    <a:clrScheme name="10 海棠红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6B070B"/>
      </a:accent1>
      <a:accent2>
        <a:srgbClr val="BC3335"/>
      </a:accent2>
      <a:accent3>
        <a:srgbClr val="CF5D6E"/>
      </a:accent3>
      <a:accent4>
        <a:srgbClr val="E9A5B0"/>
      </a:accent4>
      <a:accent5>
        <a:srgbClr val="E85369"/>
      </a:accent5>
      <a:accent6>
        <a:srgbClr val="CC7374"/>
      </a:accent6>
      <a:hlink>
        <a:srgbClr val="B13033"/>
      </a:hlink>
      <a:folHlink>
        <a:srgbClr val="E9ABA1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10 海棠红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6B070B"/>
      </a:accent1>
      <a:accent2>
        <a:srgbClr val="BC3335"/>
      </a:accent2>
      <a:accent3>
        <a:srgbClr val="CF5D6E"/>
      </a:accent3>
      <a:accent4>
        <a:srgbClr val="E9A5B0"/>
      </a:accent4>
      <a:accent5>
        <a:srgbClr val="E85369"/>
      </a:accent5>
      <a:accent6>
        <a:srgbClr val="CC7374"/>
      </a:accent6>
      <a:hlink>
        <a:srgbClr val="B13033"/>
      </a:hlink>
      <a:folHlink>
        <a:srgbClr val="E9ABA1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1442</Words>
  <Application>WPS 文字</Application>
  <PresentationFormat>宽屏</PresentationFormat>
  <Paragraphs>418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93" baseType="lpstr">
      <vt:lpstr>Arial</vt:lpstr>
      <vt:lpstr>宋体</vt:lpstr>
      <vt:lpstr>Wingdings</vt:lpstr>
      <vt:lpstr>Arial Black</vt:lpstr>
      <vt:lpstr>Source Han Sans CN Medium</vt:lpstr>
      <vt:lpstr>苹方-简</vt:lpstr>
      <vt:lpstr>Source Han Sans CN Bold</vt:lpstr>
      <vt:lpstr>Source Han Sans CN Heavy</vt:lpstr>
      <vt:lpstr>Source Han Sans CN ExtraLight</vt:lpstr>
      <vt:lpstr>Times New Roman</vt:lpstr>
      <vt:lpstr>微软雅黑</vt:lpstr>
      <vt:lpstr>思源黑体 CN</vt:lpstr>
      <vt:lpstr>阿里巴巴普惠体</vt:lpstr>
      <vt:lpstr>思源黑体 CN Normal</vt:lpstr>
      <vt:lpstr>Open Sans</vt:lpstr>
      <vt:lpstr>Bebas Neue</vt:lpstr>
      <vt:lpstr>Roboto Light</vt:lpstr>
      <vt:lpstr>Lato Light</vt:lpstr>
      <vt:lpstr>Source Han Sans CN Regular</vt:lpstr>
      <vt:lpstr>Source Han Sans CN Regular</vt:lpstr>
      <vt:lpstr>思源黑体 CN Light</vt:lpstr>
      <vt:lpstr>思源黑体</vt:lpstr>
      <vt:lpstr>思源黑体 CN Medium</vt:lpstr>
      <vt:lpstr>阿里巴巴普惠体 B</vt:lpstr>
      <vt:lpstr>Arial</vt:lpstr>
      <vt:lpstr>Roboto Condensed</vt:lpstr>
      <vt:lpstr>Calibri</vt:lpstr>
      <vt:lpstr>Helvetica Neue</vt:lpstr>
      <vt:lpstr>汉仪旗黑</vt:lpstr>
      <vt:lpstr>宋体</vt:lpstr>
      <vt:lpstr>Arial Unicode MS</vt:lpstr>
      <vt:lpstr>汉仪书宋二KW</vt:lpstr>
      <vt:lpstr>Source Han Sans CN Normal</vt:lpstr>
      <vt:lpstr>MiSans Normal</vt:lpstr>
      <vt:lpstr>思源宋体 CN</vt:lpstr>
      <vt:lpstr>ヒラギノ角ゴ ProN W3</vt:lpstr>
      <vt:lpstr>思源黑体 CN Regular</vt:lpstr>
      <vt:lpstr>华文宋体</vt:lpstr>
      <vt:lpstr>Source Han Sans HW SC Bold</vt:lpstr>
      <vt:lpstr>Aharoni</vt:lpstr>
      <vt:lpstr>思源黑体 CN Bold</vt:lpstr>
      <vt:lpstr>汉仪中黑KW</vt:lpstr>
      <vt:lpstr>冬青黑体简体中文</vt:lpstr>
      <vt:lpstr>Apple SD Gothic Neo</vt:lpstr>
      <vt:lpstr>宋体-简</vt:lpstr>
      <vt:lpstr>Aharoni</vt:lpstr>
      <vt:lpstr>MiSans Normal</vt:lpstr>
      <vt:lpstr>Roboto Condensed</vt:lpstr>
      <vt:lpstr>Source Han Sans CN Bold</vt:lpstr>
      <vt:lpstr>Source Han Sans CN ExtraLight</vt:lpstr>
      <vt:lpstr>Source Han Sans CN Heavy</vt:lpstr>
      <vt:lpstr>Source Han Sans CN Medium</vt:lpstr>
      <vt:lpstr>Source Han Sans CN Normal</vt:lpstr>
      <vt:lpstr>Source Han Sans CN Regular</vt:lpstr>
      <vt:lpstr>Source Han Sans HW SC Bold</vt:lpstr>
      <vt:lpstr>微软雅黑</vt:lpstr>
      <vt:lpstr>思源宋体 CN</vt:lpstr>
      <vt:lpstr>思源黑体</vt:lpstr>
      <vt:lpstr>思源黑体 CN</vt:lpstr>
      <vt:lpstr>思源黑体 CN Bold</vt:lpstr>
      <vt:lpstr>思源黑体 CN Light</vt:lpstr>
      <vt:lpstr>思源黑体 CN Medium</vt:lpstr>
      <vt:lpstr>思源黑体 CN Normal</vt:lpstr>
      <vt:lpstr>思源黑体 CN Regular</vt:lpstr>
      <vt:lpstr>阿里巴巴普惠体</vt:lpstr>
      <vt:lpstr>阿里巴巴普惠体 B</vt:lpstr>
      <vt:lpstr>WPS</vt:lpstr>
      <vt:lpstr>1_WPS</vt:lpstr>
      <vt:lpstr>PowerPoint 演示文稿</vt:lpstr>
      <vt:lpstr>目录</vt:lpstr>
      <vt:lpstr>目录</vt:lpstr>
      <vt:lpstr>目录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AI PPT制作师</dc:creator>
  <cp:lastModifiedBy>原味的夏天</cp:lastModifiedBy>
  <cp:revision>198</cp:revision>
  <dcterms:created xsi:type="dcterms:W3CDTF">2025-08-28T03:39:50Z</dcterms:created>
  <dcterms:modified xsi:type="dcterms:W3CDTF">2025-08-28T03:39:50Z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2052-7.4.0.8981</vt:lpwstr>
  </property>
  <property fmtid="{D5CDD505-2E9C-101B-9397-08002B2CF9AE}" pid="3" name="ICV">
    <vt:lpwstr>61ED6982552E2C80BBAF7068518046FC_43</vt:lpwstr>
  </property>
</Properties>
</file>